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56" r:id="rId4"/>
    <p:sldId id="257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64" r:id="rId13"/>
    <p:sldId id="262" r:id="rId14"/>
    <p:sldId id="261" r:id="rId15"/>
    <p:sldId id="260" r:id="rId16"/>
    <p:sldId id="259" r:id="rId17"/>
    <p:sldId id="258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09E15-0E0F-44EE-B1D3-8286D98D3BE8}" v="58" dt="2025-10-24T14:17:28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Hoffmann" userId="0729a0427feace54" providerId="LiveId" clId="{CC17789F-1A2C-462C-8D09-8BC238B0F007}"/>
    <pc:docChg chg="undo custSel addSld modSld">
      <pc:chgData name="Sven Hoffmann" userId="0729a0427feace54" providerId="LiveId" clId="{CC17789F-1A2C-462C-8D09-8BC238B0F007}" dt="2025-11-10T15:54:14.059" v="1336" actId="729"/>
      <pc:docMkLst>
        <pc:docMk/>
      </pc:docMkLst>
      <pc:sldChg chg="addSp delSp modSp mod">
        <pc:chgData name="Sven Hoffmann" userId="0729a0427feace54" providerId="LiveId" clId="{CC17789F-1A2C-462C-8D09-8BC238B0F007}" dt="2025-10-24T14:13:19.049" v="1077" actId="20577"/>
        <pc:sldMkLst>
          <pc:docMk/>
          <pc:sldMk cId="213425566" sldId="257"/>
        </pc:sldMkLst>
        <pc:spChg chg="add mod">
          <ac:chgData name="Sven Hoffmann" userId="0729a0427feace54" providerId="LiveId" clId="{CC17789F-1A2C-462C-8D09-8BC238B0F007}" dt="2025-10-24T14:13:13.542" v="1068"/>
          <ac:spMkLst>
            <pc:docMk/>
            <pc:sldMk cId="213425566" sldId="257"/>
            <ac:spMk id="5" creationId="{A9A7E6AD-47CA-08D0-571A-6FD2937C7109}"/>
          </ac:spMkLst>
        </pc:spChg>
        <pc:spChg chg="add mod">
          <ac:chgData name="Sven Hoffmann" userId="0729a0427feace54" providerId="LiveId" clId="{CC17789F-1A2C-462C-8D09-8BC238B0F007}" dt="2025-10-24T14:13:19.049" v="1077" actId="20577"/>
          <ac:spMkLst>
            <pc:docMk/>
            <pc:sldMk cId="213425566" sldId="257"/>
            <ac:spMk id="6" creationId="{B57EE83D-0B9C-5BFA-0FFB-9BA32EBDF562}"/>
          </ac:spMkLst>
        </pc:spChg>
        <pc:spChg chg="mod">
          <ac:chgData name="Sven Hoffmann" userId="0729a0427feace54" providerId="LiveId" clId="{CC17789F-1A2C-462C-8D09-8BC238B0F007}" dt="2025-10-24T12:51:12.321" v="23" actId="14100"/>
          <ac:spMkLst>
            <pc:docMk/>
            <pc:sldMk cId="213425566" sldId="257"/>
            <ac:spMk id="100" creationId="{71E68788-9C76-D96B-F7EC-17BF209309F0}"/>
          </ac:spMkLst>
        </pc:spChg>
        <pc:spChg chg="mod">
          <ac:chgData name="Sven Hoffmann" userId="0729a0427feace54" providerId="LiveId" clId="{CC17789F-1A2C-462C-8D09-8BC238B0F007}" dt="2025-10-24T12:51:18.879" v="24"/>
          <ac:spMkLst>
            <pc:docMk/>
            <pc:sldMk cId="213425566" sldId="257"/>
            <ac:spMk id="113" creationId="{DF3B2B77-9970-0482-5DA3-9F95276449AB}"/>
          </ac:spMkLst>
        </pc:spChg>
        <pc:spChg chg="mod">
          <ac:chgData name="Sven Hoffmann" userId="0729a0427feace54" providerId="LiveId" clId="{CC17789F-1A2C-462C-8D09-8BC238B0F007}" dt="2025-10-24T12:51:21.908" v="25"/>
          <ac:spMkLst>
            <pc:docMk/>
            <pc:sldMk cId="213425566" sldId="257"/>
            <ac:spMk id="115" creationId="{88B2FBF3-B438-E979-68C6-9FE9E5826129}"/>
          </ac:spMkLst>
        </pc:spChg>
      </pc:sldChg>
      <pc:sldChg chg="mod modShow">
        <pc:chgData name="Sven Hoffmann" userId="0729a0427feace54" providerId="LiveId" clId="{CC17789F-1A2C-462C-8D09-8BC238B0F007}" dt="2025-10-24T14:12:17.958" v="1064" actId="729"/>
        <pc:sldMkLst>
          <pc:docMk/>
          <pc:sldMk cId="773788185" sldId="258"/>
        </pc:sldMkLst>
      </pc:sldChg>
      <pc:sldChg chg="mod modShow">
        <pc:chgData name="Sven Hoffmann" userId="0729a0427feace54" providerId="LiveId" clId="{CC17789F-1A2C-462C-8D09-8BC238B0F007}" dt="2025-10-24T14:12:17.958" v="1064" actId="729"/>
        <pc:sldMkLst>
          <pc:docMk/>
          <pc:sldMk cId="3332035083" sldId="259"/>
        </pc:sldMkLst>
      </pc:sldChg>
      <pc:sldChg chg="mod modShow">
        <pc:chgData name="Sven Hoffmann" userId="0729a0427feace54" providerId="LiveId" clId="{CC17789F-1A2C-462C-8D09-8BC238B0F007}" dt="2025-10-24T14:12:17.958" v="1064" actId="729"/>
        <pc:sldMkLst>
          <pc:docMk/>
          <pc:sldMk cId="1038752339" sldId="260"/>
        </pc:sldMkLst>
      </pc:sldChg>
      <pc:sldChg chg="mod modShow">
        <pc:chgData name="Sven Hoffmann" userId="0729a0427feace54" providerId="LiveId" clId="{CC17789F-1A2C-462C-8D09-8BC238B0F007}" dt="2025-10-24T14:12:17.958" v="1064" actId="729"/>
        <pc:sldMkLst>
          <pc:docMk/>
          <pc:sldMk cId="373721064" sldId="261"/>
        </pc:sldMkLst>
      </pc:sldChg>
      <pc:sldChg chg="mod modShow">
        <pc:chgData name="Sven Hoffmann" userId="0729a0427feace54" providerId="LiveId" clId="{CC17789F-1A2C-462C-8D09-8BC238B0F007}" dt="2025-10-24T14:12:17.958" v="1064" actId="729"/>
        <pc:sldMkLst>
          <pc:docMk/>
          <pc:sldMk cId="2796420788" sldId="262"/>
        </pc:sldMkLst>
      </pc:sldChg>
      <pc:sldChg chg="modSp mod modShow">
        <pc:chgData name="Sven Hoffmann" userId="0729a0427feace54" providerId="LiveId" clId="{CC17789F-1A2C-462C-8D09-8BC238B0F007}" dt="2025-10-24T14:12:17.958" v="1064" actId="729"/>
        <pc:sldMkLst>
          <pc:docMk/>
          <pc:sldMk cId="2213002327" sldId="264"/>
        </pc:sldMkLst>
        <pc:spChg chg="mod">
          <ac:chgData name="Sven Hoffmann" userId="0729a0427feace54" providerId="LiveId" clId="{CC17789F-1A2C-462C-8D09-8BC238B0F007}" dt="2025-10-24T12:08:49.040" v="0" actId="1076"/>
          <ac:spMkLst>
            <pc:docMk/>
            <pc:sldMk cId="2213002327" sldId="264"/>
            <ac:spMk id="2" creationId="{682ABB40-7C06-20E0-0692-9C58C887CDEA}"/>
          </ac:spMkLst>
        </pc:spChg>
      </pc:sldChg>
      <pc:sldChg chg="modSp mod modShow">
        <pc:chgData name="Sven Hoffmann" userId="0729a0427feace54" providerId="LiveId" clId="{CC17789F-1A2C-462C-8D09-8BC238B0F007}" dt="2025-11-10T15:54:14.059" v="1336" actId="729"/>
        <pc:sldMkLst>
          <pc:docMk/>
          <pc:sldMk cId="2411500456" sldId="265"/>
        </pc:sldMkLst>
        <pc:spChg chg="mod">
          <ac:chgData name="Sven Hoffmann" userId="0729a0427feace54" providerId="LiveId" clId="{CC17789F-1A2C-462C-8D09-8BC238B0F007}" dt="2025-10-24T13:32:25.632" v="204" actId="20577"/>
          <ac:spMkLst>
            <pc:docMk/>
            <pc:sldMk cId="2411500456" sldId="265"/>
            <ac:spMk id="3" creationId="{5BFB63FF-36CB-6395-F8C5-AFB3A38F478C}"/>
          </ac:spMkLst>
        </pc:spChg>
      </pc:sldChg>
      <pc:sldChg chg="addSp delSp modSp new mod">
        <pc:chgData name="Sven Hoffmann" userId="0729a0427feace54" providerId="LiveId" clId="{CC17789F-1A2C-462C-8D09-8BC238B0F007}" dt="2025-10-24T13:37:23.853" v="256" actId="14100"/>
        <pc:sldMkLst>
          <pc:docMk/>
          <pc:sldMk cId="517523684" sldId="266"/>
        </pc:sldMkLst>
        <pc:spChg chg="add mod">
          <ac:chgData name="Sven Hoffmann" userId="0729a0427feace54" providerId="LiveId" clId="{CC17789F-1A2C-462C-8D09-8BC238B0F007}" dt="2025-10-24T13:37:23.853" v="256" actId="14100"/>
          <ac:spMkLst>
            <pc:docMk/>
            <pc:sldMk cId="517523684" sldId="266"/>
            <ac:spMk id="4" creationId="{DA9B4B03-6596-B3B6-C18E-D6266772B636}"/>
          </ac:spMkLst>
        </pc:spChg>
        <pc:spChg chg="add mod">
          <ac:chgData name="Sven Hoffmann" userId="0729a0427feace54" providerId="LiveId" clId="{CC17789F-1A2C-462C-8D09-8BC238B0F007}" dt="2025-10-24T13:36:24.421" v="218" actId="20577"/>
          <ac:spMkLst>
            <pc:docMk/>
            <pc:sldMk cId="517523684" sldId="266"/>
            <ac:spMk id="5" creationId="{0359D68A-0788-DB0A-EEEA-1B452FB877A4}"/>
          </ac:spMkLst>
        </pc:spChg>
        <pc:spChg chg="add mod">
          <ac:chgData name="Sven Hoffmann" userId="0729a0427feace54" providerId="LiveId" clId="{CC17789F-1A2C-462C-8D09-8BC238B0F007}" dt="2025-10-24T13:36:43.159" v="239" actId="13822"/>
          <ac:spMkLst>
            <pc:docMk/>
            <pc:sldMk cId="517523684" sldId="266"/>
            <ac:spMk id="6" creationId="{3FCC7919-9FBE-02D4-1A0D-87952EA27CBA}"/>
          </ac:spMkLst>
        </pc:spChg>
        <pc:spChg chg="add mod">
          <ac:chgData name="Sven Hoffmann" userId="0729a0427feace54" providerId="LiveId" clId="{CC17789F-1A2C-462C-8D09-8BC238B0F007}" dt="2025-10-24T13:36:51.245" v="242" actId="6549"/>
          <ac:spMkLst>
            <pc:docMk/>
            <pc:sldMk cId="517523684" sldId="266"/>
            <ac:spMk id="7" creationId="{E9A712A1-A48A-EEEB-DDCC-8172E07C56E8}"/>
          </ac:spMkLst>
        </pc:spChg>
        <pc:spChg chg="add mod">
          <ac:chgData name="Sven Hoffmann" userId="0729a0427feace54" providerId="LiveId" clId="{CC17789F-1A2C-462C-8D09-8BC238B0F007}" dt="2025-10-24T13:36:59.889" v="251" actId="20577"/>
          <ac:spMkLst>
            <pc:docMk/>
            <pc:sldMk cId="517523684" sldId="266"/>
            <ac:spMk id="8" creationId="{0C59CA97-5666-2DED-9EF2-88D80F22F6B6}"/>
          </ac:spMkLst>
        </pc:spChg>
        <pc:spChg chg="add mod">
          <ac:chgData name="Sven Hoffmann" userId="0729a0427feace54" providerId="LiveId" clId="{CC17789F-1A2C-462C-8D09-8BC238B0F007}" dt="2025-10-24T13:37:07.311" v="254" actId="6549"/>
          <ac:spMkLst>
            <pc:docMk/>
            <pc:sldMk cId="517523684" sldId="266"/>
            <ac:spMk id="9" creationId="{04F7D6B0-D9A4-5046-527B-2CD0A567083F}"/>
          </ac:spMkLst>
        </pc:spChg>
      </pc:sldChg>
      <pc:sldChg chg="addSp delSp modSp add mod">
        <pc:chgData name="Sven Hoffmann" userId="0729a0427feace54" providerId="LiveId" clId="{CC17789F-1A2C-462C-8D09-8BC238B0F007}" dt="2025-10-24T14:20:53.352" v="1162" actId="478"/>
        <pc:sldMkLst>
          <pc:docMk/>
          <pc:sldMk cId="3394044624" sldId="267"/>
        </pc:sldMkLst>
        <pc:spChg chg="mod">
          <ac:chgData name="Sven Hoffmann" userId="0729a0427feace54" providerId="LiveId" clId="{CC17789F-1A2C-462C-8D09-8BC238B0F007}" dt="2025-10-24T13:37:30.616" v="263" actId="20577"/>
          <ac:spMkLst>
            <pc:docMk/>
            <pc:sldMk cId="3394044624" sldId="267"/>
            <ac:spMk id="5" creationId="{88D544A4-5AFA-CCB1-45DE-3BF9E1DB5F5A}"/>
          </ac:spMkLst>
        </pc:spChg>
        <pc:spChg chg="mod">
          <ac:chgData name="Sven Hoffmann" userId="0729a0427feace54" providerId="LiveId" clId="{CC17789F-1A2C-462C-8D09-8BC238B0F007}" dt="2025-10-24T13:39:50.808" v="290" actId="208"/>
          <ac:spMkLst>
            <pc:docMk/>
            <pc:sldMk cId="3394044624" sldId="267"/>
            <ac:spMk id="7" creationId="{CEA0148E-12B0-FA21-8415-6271F178A9CA}"/>
          </ac:spMkLst>
        </pc:spChg>
        <pc:spChg chg="mod">
          <ac:chgData name="Sven Hoffmann" userId="0729a0427feace54" providerId="LiveId" clId="{CC17789F-1A2C-462C-8D09-8BC238B0F007}" dt="2025-10-24T14:12:04.718" v="1063" actId="404"/>
          <ac:spMkLst>
            <pc:docMk/>
            <pc:sldMk cId="3394044624" sldId="267"/>
            <ac:spMk id="8" creationId="{35496D86-67CE-6DA0-43D6-D3F68DCA8859}"/>
          </ac:spMkLst>
        </pc:spChg>
        <pc:spChg chg="mod">
          <ac:chgData name="Sven Hoffmann" userId="0729a0427feace54" providerId="LiveId" clId="{CC17789F-1A2C-462C-8D09-8BC238B0F007}" dt="2025-10-24T13:39:50.808" v="290" actId="208"/>
          <ac:spMkLst>
            <pc:docMk/>
            <pc:sldMk cId="3394044624" sldId="267"/>
            <ac:spMk id="9" creationId="{A8A788D3-05CA-4E08-FDAF-4AB8206D7587}"/>
          </ac:spMkLst>
        </pc:spChg>
        <pc:spChg chg="add mod">
          <ac:chgData name="Sven Hoffmann" userId="0729a0427feace54" providerId="LiveId" clId="{CC17789F-1A2C-462C-8D09-8BC238B0F007}" dt="2025-10-24T13:41:07.007" v="339" actId="20577"/>
          <ac:spMkLst>
            <pc:docMk/>
            <pc:sldMk cId="3394044624" sldId="267"/>
            <ac:spMk id="13" creationId="{6F93E966-0B51-BC92-2CF6-8D593245F5BA}"/>
          </ac:spMkLst>
        </pc:spChg>
        <pc:spChg chg="add mod">
          <ac:chgData name="Sven Hoffmann" userId="0729a0427feace54" providerId="LiveId" clId="{CC17789F-1A2C-462C-8D09-8BC238B0F007}" dt="2025-10-24T13:41:13.305" v="352" actId="20577"/>
          <ac:spMkLst>
            <pc:docMk/>
            <pc:sldMk cId="3394044624" sldId="267"/>
            <ac:spMk id="14" creationId="{AEA3E662-79A3-5432-8050-95C8821D94E6}"/>
          </ac:spMkLst>
        </pc:spChg>
        <pc:spChg chg="add mod">
          <ac:chgData name="Sven Hoffmann" userId="0729a0427feace54" providerId="LiveId" clId="{CC17789F-1A2C-462C-8D09-8BC238B0F007}" dt="2025-10-24T13:42:18.006" v="410" actId="207"/>
          <ac:spMkLst>
            <pc:docMk/>
            <pc:sldMk cId="3394044624" sldId="267"/>
            <ac:spMk id="15" creationId="{8D185C86-84FE-75AC-435D-BF9696081B59}"/>
          </ac:spMkLst>
        </pc:spChg>
        <pc:spChg chg="add mod">
          <ac:chgData name="Sven Hoffmann" userId="0729a0427feace54" providerId="LiveId" clId="{CC17789F-1A2C-462C-8D09-8BC238B0F007}" dt="2025-10-24T13:42:18.006" v="410" actId="207"/>
          <ac:spMkLst>
            <pc:docMk/>
            <pc:sldMk cId="3394044624" sldId="267"/>
            <ac:spMk id="16" creationId="{B1481E2F-C673-834C-8583-DFBC207AEDD3}"/>
          </ac:spMkLst>
        </pc:spChg>
        <pc:spChg chg="add mod">
          <ac:chgData name="Sven Hoffmann" userId="0729a0427feace54" providerId="LiveId" clId="{CC17789F-1A2C-462C-8D09-8BC238B0F007}" dt="2025-10-24T13:41:41.577" v="397" actId="20577"/>
          <ac:spMkLst>
            <pc:docMk/>
            <pc:sldMk cId="3394044624" sldId="267"/>
            <ac:spMk id="17" creationId="{B949DBF4-40B2-BB46-DCE9-855B4F6E3FDB}"/>
          </ac:spMkLst>
        </pc:spChg>
        <pc:spChg chg="add mod">
          <ac:chgData name="Sven Hoffmann" userId="0729a0427feace54" providerId="LiveId" clId="{CC17789F-1A2C-462C-8D09-8BC238B0F007}" dt="2025-10-24T13:40:23.715" v="296" actId="1076"/>
          <ac:spMkLst>
            <pc:docMk/>
            <pc:sldMk cId="3394044624" sldId="267"/>
            <ac:spMk id="18" creationId="{CFA85EE2-682D-D1C0-D2BE-8F7ACA9EC844}"/>
          </ac:spMkLst>
        </pc:spChg>
        <pc:spChg chg="add mod">
          <ac:chgData name="Sven Hoffmann" userId="0729a0427feace54" providerId="LiveId" clId="{CC17789F-1A2C-462C-8D09-8BC238B0F007}" dt="2025-10-24T13:42:18.006" v="410" actId="207"/>
          <ac:spMkLst>
            <pc:docMk/>
            <pc:sldMk cId="3394044624" sldId="267"/>
            <ac:spMk id="19" creationId="{693FD78E-B73E-0BB1-B973-A74FF4D26892}"/>
          </ac:spMkLst>
        </pc:spChg>
        <pc:spChg chg="add mod">
          <ac:chgData name="Sven Hoffmann" userId="0729a0427feace54" providerId="LiveId" clId="{CC17789F-1A2C-462C-8D09-8BC238B0F007}" dt="2025-10-24T13:42:18.006" v="410" actId="207"/>
          <ac:spMkLst>
            <pc:docMk/>
            <pc:sldMk cId="3394044624" sldId="267"/>
            <ac:spMk id="20" creationId="{69BC7AF9-B0E3-3342-83F8-BAF547DEE9C1}"/>
          </ac:spMkLst>
        </pc:spChg>
        <pc:spChg chg="add mod">
          <ac:chgData name="Sven Hoffmann" userId="0729a0427feace54" providerId="LiveId" clId="{CC17789F-1A2C-462C-8D09-8BC238B0F007}" dt="2025-10-24T13:43:36.456" v="462" actId="1076"/>
          <ac:spMkLst>
            <pc:docMk/>
            <pc:sldMk cId="3394044624" sldId="267"/>
            <ac:spMk id="21" creationId="{261AD557-7D97-B9D1-19D4-8466D8D82CB0}"/>
          </ac:spMkLst>
        </pc:spChg>
        <pc:spChg chg="add mod">
          <ac:chgData name="Sven Hoffmann" userId="0729a0427feace54" providerId="LiveId" clId="{CC17789F-1A2C-462C-8D09-8BC238B0F007}" dt="2025-10-24T13:43:38.500" v="463" actId="1076"/>
          <ac:spMkLst>
            <pc:docMk/>
            <pc:sldMk cId="3394044624" sldId="267"/>
            <ac:spMk id="22" creationId="{35737378-469F-A31F-F28F-82393BC67E07}"/>
          </ac:spMkLst>
        </pc:spChg>
        <pc:spChg chg="add mod">
          <ac:chgData name="Sven Hoffmann" userId="0729a0427feace54" providerId="LiveId" clId="{CC17789F-1A2C-462C-8D09-8BC238B0F007}" dt="2025-10-24T13:43:41.589" v="464" actId="1076"/>
          <ac:spMkLst>
            <pc:docMk/>
            <pc:sldMk cId="3394044624" sldId="267"/>
            <ac:spMk id="23" creationId="{F0EA14A8-97F1-0EF5-6445-71CF61E07A85}"/>
          </ac:spMkLst>
        </pc:spChg>
        <pc:spChg chg="add mod">
          <ac:chgData name="Sven Hoffmann" userId="0729a0427feace54" providerId="LiveId" clId="{CC17789F-1A2C-462C-8D09-8BC238B0F007}" dt="2025-10-24T13:43:47.858" v="465" actId="1076"/>
          <ac:spMkLst>
            <pc:docMk/>
            <pc:sldMk cId="3394044624" sldId="267"/>
            <ac:spMk id="24" creationId="{339F55E9-F70A-2EFC-6113-078653F5065E}"/>
          </ac:spMkLst>
        </pc:spChg>
        <pc:spChg chg="add mod">
          <ac:chgData name="Sven Hoffmann" userId="0729a0427feace54" providerId="LiveId" clId="{CC17789F-1A2C-462C-8D09-8BC238B0F007}" dt="2025-10-24T14:17:05.862" v="1152" actId="1076"/>
          <ac:spMkLst>
            <pc:docMk/>
            <pc:sldMk cId="3394044624" sldId="267"/>
            <ac:spMk id="25" creationId="{B10AFD98-4AC3-94B1-EFFF-D068DA85B3F0}"/>
          </ac:spMkLst>
        </pc:spChg>
        <pc:spChg chg="add mod">
          <ac:chgData name="Sven Hoffmann" userId="0729a0427feace54" providerId="LiveId" clId="{CC17789F-1A2C-462C-8D09-8BC238B0F007}" dt="2025-10-24T14:17:09.417" v="1154" actId="1076"/>
          <ac:spMkLst>
            <pc:docMk/>
            <pc:sldMk cId="3394044624" sldId="267"/>
            <ac:spMk id="26" creationId="{5C9A273C-F6BE-CA6D-A159-37927554278E}"/>
          </ac:spMkLst>
        </pc:spChg>
      </pc:sldChg>
      <pc:sldChg chg="addSp delSp modSp add mod">
        <pc:chgData name="Sven Hoffmann" userId="0729a0427feace54" providerId="LiveId" clId="{CC17789F-1A2C-462C-8D09-8BC238B0F007}" dt="2025-10-24T14:16:59.382" v="1150" actId="1076"/>
        <pc:sldMkLst>
          <pc:docMk/>
          <pc:sldMk cId="2867463308" sldId="268"/>
        </pc:sldMkLst>
        <pc:spChg chg="mod">
          <ac:chgData name="Sven Hoffmann" userId="0729a0427feace54" providerId="LiveId" clId="{CC17789F-1A2C-462C-8D09-8BC238B0F007}" dt="2025-10-24T13:44:10.411" v="470" actId="20577"/>
          <ac:spMkLst>
            <pc:docMk/>
            <pc:sldMk cId="2867463308" sldId="268"/>
            <ac:spMk id="5" creationId="{CDCC0DCF-54D4-97BA-2E60-87347BD02B75}"/>
          </ac:spMkLst>
        </pc:spChg>
        <pc:spChg chg="mod">
          <ac:chgData name="Sven Hoffmann" userId="0729a0427feace54" providerId="LiveId" clId="{CC17789F-1A2C-462C-8D09-8BC238B0F007}" dt="2025-10-24T13:44:22.419" v="485" actId="20577"/>
          <ac:spMkLst>
            <pc:docMk/>
            <pc:sldMk cId="2867463308" sldId="268"/>
            <ac:spMk id="6" creationId="{B8904CCC-D9DC-D5B3-9E6F-7F1C5E6806F4}"/>
          </ac:spMkLst>
        </pc:spChg>
        <pc:spChg chg="mod">
          <ac:chgData name="Sven Hoffmann" userId="0729a0427feace54" providerId="LiveId" clId="{CC17789F-1A2C-462C-8D09-8BC238B0F007}" dt="2025-10-24T13:49:53.345" v="591" actId="404"/>
          <ac:spMkLst>
            <pc:docMk/>
            <pc:sldMk cId="2867463308" sldId="268"/>
            <ac:spMk id="7" creationId="{89BB868F-EDFD-7384-6FD1-6EBBED7BEB82}"/>
          </ac:spMkLst>
        </pc:spChg>
        <pc:spChg chg="mod">
          <ac:chgData name="Sven Hoffmann" userId="0729a0427feace54" providerId="LiveId" clId="{CC17789F-1A2C-462C-8D09-8BC238B0F007}" dt="2025-10-24T13:49:08.786" v="577" actId="20577"/>
          <ac:spMkLst>
            <pc:docMk/>
            <pc:sldMk cId="2867463308" sldId="268"/>
            <ac:spMk id="8" creationId="{5F8D7864-DBCB-1E52-0D7F-55AEC5E8ED03}"/>
          </ac:spMkLst>
        </pc:spChg>
        <pc:spChg chg="mod">
          <ac:chgData name="Sven Hoffmann" userId="0729a0427feace54" providerId="LiveId" clId="{CC17789F-1A2C-462C-8D09-8BC238B0F007}" dt="2025-10-24T13:49:46.297" v="589" actId="404"/>
          <ac:spMkLst>
            <pc:docMk/>
            <pc:sldMk cId="2867463308" sldId="268"/>
            <ac:spMk id="9" creationId="{FF66A036-8D48-014B-C7BB-F00E3C3512AC}"/>
          </ac:spMkLst>
        </pc:spChg>
        <pc:spChg chg="add mod ord">
          <ac:chgData name="Sven Hoffmann" userId="0729a0427feace54" providerId="LiveId" clId="{CC17789F-1A2C-462C-8D09-8BC238B0F007}" dt="2025-10-24T14:02:33.329" v="751" actId="207"/>
          <ac:spMkLst>
            <pc:docMk/>
            <pc:sldMk cId="2867463308" sldId="268"/>
            <ac:spMk id="12" creationId="{CA1EE34A-4E46-6CC3-A6CF-0AC603D6FA5D}"/>
          </ac:spMkLst>
        </pc:spChg>
        <pc:spChg chg="mod">
          <ac:chgData name="Sven Hoffmann" userId="0729a0427feace54" providerId="LiveId" clId="{CC17789F-1A2C-462C-8D09-8BC238B0F007}" dt="2025-10-24T13:57:51.727" v="663" actId="6549"/>
          <ac:spMkLst>
            <pc:docMk/>
            <pc:sldMk cId="2867463308" sldId="268"/>
            <ac:spMk id="13" creationId="{0FBA8B05-7C8E-26C6-B9E4-520B48E34B85}"/>
          </ac:spMkLst>
        </pc:spChg>
        <pc:spChg chg="mod">
          <ac:chgData name="Sven Hoffmann" userId="0729a0427feace54" providerId="LiveId" clId="{CC17789F-1A2C-462C-8D09-8BC238B0F007}" dt="2025-10-24T13:57:52.987" v="664" actId="6549"/>
          <ac:spMkLst>
            <pc:docMk/>
            <pc:sldMk cId="2867463308" sldId="268"/>
            <ac:spMk id="14" creationId="{53865CEA-EB7A-33C7-8325-2A9CBFAAA33B}"/>
          </ac:spMkLst>
        </pc:spChg>
        <pc:spChg chg="mod">
          <ac:chgData name="Sven Hoffmann" userId="0729a0427feace54" providerId="LiveId" clId="{CC17789F-1A2C-462C-8D09-8BC238B0F007}" dt="2025-10-24T13:57:33.934" v="634" actId="20577"/>
          <ac:spMkLst>
            <pc:docMk/>
            <pc:sldMk cId="2867463308" sldId="268"/>
            <ac:spMk id="15" creationId="{1012E43C-DF3B-5B70-8CA2-91AF6D126E23}"/>
          </ac:spMkLst>
        </pc:spChg>
        <pc:spChg chg="mod">
          <ac:chgData name="Sven Hoffmann" userId="0729a0427feace54" providerId="LiveId" clId="{CC17789F-1A2C-462C-8D09-8BC238B0F007}" dt="2025-10-24T13:57:54.452" v="665" actId="20577"/>
          <ac:spMkLst>
            <pc:docMk/>
            <pc:sldMk cId="2867463308" sldId="268"/>
            <ac:spMk id="16" creationId="{FF57BF1C-92FD-74C2-DB80-F437EA81BB17}"/>
          </ac:spMkLst>
        </pc:spChg>
        <pc:spChg chg="add mod">
          <ac:chgData name="Sven Hoffmann" userId="0729a0427feace54" providerId="LiveId" clId="{CC17789F-1A2C-462C-8D09-8BC238B0F007}" dt="2025-10-24T14:16:52.798" v="1146" actId="1076"/>
          <ac:spMkLst>
            <pc:docMk/>
            <pc:sldMk cId="2867463308" sldId="268"/>
            <ac:spMk id="25" creationId="{4FC30107-A148-5557-2BE4-4DEEFDA00BE7}"/>
          </ac:spMkLst>
        </pc:spChg>
        <pc:spChg chg="add mod">
          <ac:chgData name="Sven Hoffmann" userId="0729a0427feace54" providerId="LiveId" clId="{CC17789F-1A2C-462C-8D09-8BC238B0F007}" dt="2025-10-24T14:16:55.840" v="1148" actId="1076"/>
          <ac:spMkLst>
            <pc:docMk/>
            <pc:sldMk cId="2867463308" sldId="268"/>
            <ac:spMk id="26" creationId="{08B6E562-9F0C-FAAB-BFF1-097F08E4B675}"/>
          </ac:spMkLst>
        </pc:spChg>
        <pc:spChg chg="add mod">
          <ac:chgData name="Sven Hoffmann" userId="0729a0427feace54" providerId="LiveId" clId="{CC17789F-1A2C-462C-8D09-8BC238B0F007}" dt="2025-10-24T14:16:59.382" v="1150" actId="1076"/>
          <ac:spMkLst>
            <pc:docMk/>
            <pc:sldMk cId="2867463308" sldId="268"/>
            <ac:spMk id="27" creationId="{4C241A17-48EA-1E0B-D45E-E3CC56925790}"/>
          </ac:spMkLst>
        </pc:spChg>
      </pc:sldChg>
      <pc:sldChg chg="addSp delSp modSp add mod">
        <pc:chgData name="Sven Hoffmann" userId="0729a0427feace54" providerId="LiveId" clId="{CC17789F-1A2C-462C-8D09-8BC238B0F007}" dt="2025-10-24T14:16:46.879" v="1144" actId="478"/>
        <pc:sldMkLst>
          <pc:docMk/>
          <pc:sldMk cId="912593846" sldId="269"/>
        </pc:sldMkLst>
        <pc:spChg chg="add mod">
          <ac:chgData name="Sven Hoffmann" userId="0729a0427feace54" providerId="LiveId" clId="{CC17789F-1A2C-462C-8D09-8BC238B0F007}" dt="2025-10-24T14:03:04.946" v="777" actId="20577"/>
          <ac:spMkLst>
            <pc:docMk/>
            <pc:sldMk cId="912593846" sldId="269"/>
            <ac:spMk id="2" creationId="{1226AD78-A811-04DF-FDD4-65C8F24B6367}"/>
          </ac:spMkLst>
        </pc:spChg>
        <pc:spChg chg="add mod">
          <ac:chgData name="Sven Hoffmann" userId="0729a0427feace54" providerId="LiveId" clId="{CC17789F-1A2C-462C-8D09-8BC238B0F007}" dt="2025-10-24T14:03:02.542" v="772" actId="1076"/>
          <ac:spMkLst>
            <pc:docMk/>
            <pc:sldMk cId="912593846" sldId="269"/>
            <ac:spMk id="3" creationId="{259CC6DB-0D7D-6AAA-0379-683E3840D6BD}"/>
          </ac:spMkLst>
        </pc:spChg>
        <pc:spChg chg="mod">
          <ac:chgData name="Sven Hoffmann" userId="0729a0427feace54" providerId="LiveId" clId="{CC17789F-1A2C-462C-8D09-8BC238B0F007}" dt="2025-10-24T13:59:42.034" v="700" actId="20577"/>
          <ac:spMkLst>
            <pc:docMk/>
            <pc:sldMk cId="912593846" sldId="269"/>
            <ac:spMk id="5" creationId="{74995286-A470-C6FE-9F50-8AF2BCFD044D}"/>
          </ac:spMkLst>
        </pc:spChg>
        <pc:spChg chg="mod">
          <ac:chgData name="Sven Hoffmann" userId="0729a0427feace54" providerId="LiveId" clId="{CC17789F-1A2C-462C-8D09-8BC238B0F007}" dt="2025-10-24T14:01:02.064" v="722" actId="20577"/>
          <ac:spMkLst>
            <pc:docMk/>
            <pc:sldMk cId="912593846" sldId="269"/>
            <ac:spMk id="6" creationId="{AEC5879A-B1AD-BF77-227E-05B41E14128F}"/>
          </ac:spMkLst>
        </pc:spChg>
        <pc:spChg chg="mod">
          <ac:chgData name="Sven Hoffmann" userId="0729a0427feace54" providerId="LiveId" clId="{CC17789F-1A2C-462C-8D09-8BC238B0F007}" dt="2025-10-24T14:01:13.376" v="726" actId="20577"/>
          <ac:spMkLst>
            <pc:docMk/>
            <pc:sldMk cId="912593846" sldId="269"/>
            <ac:spMk id="7" creationId="{79BFC253-F139-898F-C589-C16F5EDA1B48}"/>
          </ac:spMkLst>
        </pc:spChg>
        <pc:spChg chg="mod">
          <ac:chgData name="Sven Hoffmann" userId="0729a0427feace54" providerId="LiveId" clId="{CC17789F-1A2C-462C-8D09-8BC238B0F007}" dt="2025-10-24T14:01:21.728" v="736" actId="20577"/>
          <ac:spMkLst>
            <pc:docMk/>
            <pc:sldMk cId="912593846" sldId="269"/>
            <ac:spMk id="8" creationId="{8CADC497-237B-5B06-E03B-4126179CA1D6}"/>
          </ac:spMkLst>
        </pc:spChg>
        <pc:spChg chg="mod">
          <ac:chgData name="Sven Hoffmann" userId="0729a0427feace54" providerId="LiveId" clId="{CC17789F-1A2C-462C-8D09-8BC238B0F007}" dt="2025-10-24T14:01:33.601" v="747" actId="20577"/>
          <ac:spMkLst>
            <pc:docMk/>
            <pc:sldMk cId="912593846" sldId="269"/>
            <ac:spMk id="9" creationId="{0206C13C-8F1C-5DD2-4AD8-29509B74DE5C}"/>
          </ac:spMkLst>
        </pc:spChg>
        <pc:spChg chg="add mod">
          <ac:chgData name="Sven Hoffmann" userId="0729a0427feace54" providerId="LiveId" clId="{CC17789F-1A2C-462C-8D09-8BC238B0F007}" dt="2025-10-24T14:03:02.542" v="772" actId="1076"/>
          <ac:spMkLst>
            <pc:docMk/>
            <pc:sldMk cId="912593846" sldId="269"/>
            <ac:spMk id="10" creationId="{D35CABE9-39F8-4263-3F4A-26E0AE4C012B}"/>
          </ac:spMkLst>
        </pc:spChg>
        <pc:spChg chg="add mod">
          <ac:chgData name="Sven Hoffmann" userId="0729a0427feace54" providerId="LiveId" clId="{CC17789F-1A2C-462C-8D09-8BC238B0F007}" dt="2025-10-24T14:03:24.341" v="778" actId="207"/>
          <ac:spMkLst>
            <pc:docMk/>
            <pc:sldMk cId="912593846" sldId="269"/>
            <ac:spMk id="11" creationId="{BB9CE952-D4D3-F1A5-F409-B05B7F686A17}"/>
          </ac:spMkLst>
        </pc:spChg>
        <pc:spChg chg="mod">
          <ac:chgData name="Sven Hoffmann" userId="0729a0427feace54" providerId="LiveId" clId="{CC17789F-1A2C-462C-8D09-8BC238B0F007}" dt="2025-10-24T14:02:52.425" v="770" actId="20577"/>
          <ac:spMkLst>
            <pc:docMk/>
            <pc:sldMk cId="912593846" sldId="269"/>
            <ac:spMk id="12" creationId="{7F764667-AC4C-5EAC-B7F6-758E65A5BB32}"/>
          </ac:spMkLst>
        </pc:spChg>
        <pc:spChg chg="mod">
          <ac:chgData name="Sven Hoffmann" userId="0729a0427feace54" providerId="LiveId" clId="{CC17789F-1A2C-462C-8D09-8BC238B0F007}" dt="2025-10-24T14:01:54.531" v="748" actId="207"/>
          <ac:spMkLst>
            <pc:docMk/>
            <pc:sldMk cId="912593846" sldId="269"/>
            <ac:spMk id="15" creationId="{DD325ACC-4399-0A65-8F2B-F90D685F35EE}"/>
          </ac:spMkLst>
        </pc:spChg>
        <pc:spChg chg="mod">
          <ac:chgData name="Sven Hoffmann" userId="0729a0427feace54" providerId="LiveId" clId="{CC17789F-1A2C-462C-8D09-8BC238B0F007}" dt="2025-10-24T14:01:58.225" v="749" actId="207"/>
          <ac:spMkLst>
            <pc:docMk/>
            <pc:sldMk cId="912593846" sldId="269"/>
            <ac:spMk id="16" creationId="{FB519E1C-C0CB-BDF1-4681-EB82B0CD12A4}"/>
          </ac:spMkLst>
        </pc:spChg>
        <pc:spChg chg="add mod">
          <ac:chgData name="Sven Hoffmann" userId="0729a0427feace54" providerId="LiveId" clId="{CC17789F-1A2C-462C-8D09-8BC238B0F007}" dt="2025-10-24T14:03:24.341" v="778" actId="207"/>
          <ac:spMkLst>
            <pc:docMk/>
            <pc:sldMk cId="912593846" sldId="269"/>
            <ac:spMk id="17" creationId="{9D271BFE-3CC0-919D-8CF6-A30C40DD6D2D}"/>
          </ac:spMkLst>
        </pc:spChg>
      </pc:sldChg>
      <pc:sldChg chg="addSp delSp modSp add mod">
        <pc:chgData name="Sven Hoffmann" userId="0729a0427feace54" providerId="LiveId" clId="{CC17789F-1A2C-462C-8D09-8BC238B0F007}" dt="2025-10-24T14:16:30.200" v="1139" actId="1076"/>
        <pc:sldMkLst>
          <pc:docMk/>
          <pc:sldMk cId="2007519606" sldId="270"/>
        </pc:sldMkLst>
        <pc:spChg chg="mod">
          <ac:chgData name="Sven Hoffmann" userId="0729a0427feace54" providerId="LiveId" clId="{CC17789F-1A2C-462C-8D09-8BC238B0F007}" dt="2025-10-24T14:04:27.946" v="831" actId="20577"/>
          <ac:spMkLst>
            <pc:docMk/>
            <pc:sldMk cId="2007519606" sldId="270"/>
            <ac:spMk id="2" creationId="{35905D47-64CB-0432-765A-E1D69005D64E}"/>
          </ac:spMkLst>
        </pc:spChg>
        <pc:spChg chg="mod">
          <ac:chgData name="Sven Hoffmann" userId="0729a0427feace54" providerId="LiveId" clId="{CC17789F-1A2C-462C-8D09-8BC238B0F007}" dt="2025-10-24T14:03:50.709" v="782" actId="20577"/>
          <ac:spMkLst>
            <pc:docMk/>
            <pc:sldMk cId="2007519606" sldId="270"/>
            <ac:spMk id="5" creationId="{C16594D7-CDEF-4CBE-35DE-5302EF55C58C}"/>
          </ac:spMkLst>
        </pc:spChg>
        <pc:spChg chg="mod">
          <ac:chgData name="Sven Hoffmann" userId="0729a0427feace54" providerId="LiveId" clId="{CC17789F-1A2C-462C-8D09-8BC238B0F007}" dt="2025-10-24T14:03:58.595" v="791" actId="20577"/>
          <ac:spMkLst>
            <pc:docMk/>
            <pc:sldMk cId="2007519606" sldId="270"/>
            <ac:spMk id="7" creationId="{93410B72-C2FF-6608-D5C0-6960CFCB89C0}"/>
          </ac:spMkLst>
        </pc:spChg>
        <pc:spChg chg="mod">
          <ac:chgData name="Sven Hoffmann" userId="0729a0427feace54" providerId="LiveId" clId="{CC17789F-1A2C-462C-8D09-8BC238B0F007}" dt="2025-10-24T14:04:10.073" v="812" actId="20577"/>
          <ac:spMkLst>
            <pc:docMk/>
            <pc:sldMk cId="2007519606" sldId="270"/>
            <ac:spMk id="9" creationId="{09C5E940-7B04-523F-6369-679B9B5857C7}"/>
          </ac:spMkLst>
        </pc:spChg>
        <pc:spChg chg="mod">
          <ac:chgData name="Sven Hoffmann" userId="0729a0427feace54" providerId="LiveId" clId="{CC17789F-1A2C-462C-8D09-8BC238B0F007}" dt="2025-10-24T14:04:20.240" v="819" actId="20577"/>
          <ac:spMkLst>
            <pc:docMk/>
            <pc:sldMk cId="2007519606" sldId="270"/>
            <ac:spMk id="12" creationId="{C816AD17-7C7F-D120-8F91-0E7DFADA8CCD}"/>
          </ac:spMkLst>
        </pc:spChg>
        <pc:spChg chg="add mod">
          <ac:chgData name="Sven Hoffmann" userId="0729a0427feace54" providerId="LiveId" clId="{CC17789F-1A2C-462C-8D09-8BC238B0F007}" dt="2025-10-24T14:06:14.279" v="898" actId="1076"/>
          <ac:spMkLst>
            <pc:docMk/>
            <pc:sldMk cId="2007519606" sldId="270"/>
            <ac:spMk id="18" creationId="{F6038E04-B108-17AF-F48A-A44D68FCE6C7}"/>
          </ac:spMkLst>
        </pc:spChg>
        <pc:spChg chg="add mod">
          <ac:chgData name="Sven Hoffmann" userId="0729a0427feace54" providerId="LiveId" clId="{CC17789F-1A2C-462C-8D09-8BC238B0F007}" dt="2025-10-24T14:16:18.628" v="1133" actId="1076"/>
          <ac:spMkLst>
            <pc:docMk/>
            <pc:sldMk cId="2007519606" sldId="270"/>
            <ac:spMk id="19" creationId="{0CD27735-DC6A-44FC-11C0-92CFFCF2650B}"/>
          </ac:spMkLst>
        </pc:spChg>
        <pc:spChg chg="add mod">
          <ac:chgData name="Sven Hoffmann" userId="0729a0427feace54" providerId="LiveId" clId="{CC17789F-1A2C-462C-8D09-8BC238B0F007}" dt="2025-10-24T14:16:30.200" v="1139" actId="1076"/>
          <ac:spMkLst>
            <pc:docMk/>
            <pc:sldMk cId="2007519606" sldId="270"/>
            <ac:spMk id="26" creationId="{0C148E57-0080-E8BC-F01C-F37BFE001219}"/>
          </ac:spMkLst>
        </pc:spChg>
        <pc:spChg chg="add mod">
          <ac:chgData name="Sven Hoffmann" userId="0729a0427feace54" providerId="LiveId" clId="{CC17789F-1A2C-462C-8D09-8BC238B0F007}" dt="2025-10-24T14:16:27.920" v="1138" actId="1076"/>
          <ac:spMkLst>
            <pc:docMk/>
            <pc:sldMk cId="2007519606" sldId="270"/>
            <ac:spMk id="27" creationId="{E7ACCCF7-024E-2B0A-C498-B0EA173D228A}"/>
          </ac:spMkLst>
        </pc:spChg>
      </pc:sldChg>
      <pc:sldChg chg="addSp delSp modSp add mod">
        <pc:chgData name="Sven Hoffmann" userId="0729a0427feace54" providerId="LiveId" clId="{CC17789F-1A2C-462C-8D09-8BC238B0F007}" dt="2025-10-24T14:17:32.594" v="1158" actId="1076"/>
        <pc:sldMkLst>
          <pc:docMk/>
          <pc:sldMk cId="3608554310" sldId="271"/>
        </pc:sldMkLst>
        <pc:spChg chg="mod">
          <ac:chgData name="Sven Hoffmann" userId="0729a0427feace54" providerId="LiveId" clId="{CC17789F-1A2C-462C-8D09-8BC238B0F007}" dt="2025-10-24T14:06:36.433" v="902" actId="20577"/>
          <ac:spMkLst>
            <pc:docMk/>
            <pc:sldMk cId="3608554310" sldId="271"/>
            <ac:spMk id="5" creationId="{77EA5BD7-FF16-1B25-B96E-4EBCC993E25B}"/>
          </ac:spMkLst>
        </pc:spChg>
        <pc:spChg chg="mod">
          <ac:chgData name="Sven Hoffmann" userId="0729a0427feace54" providerId="LiveId" clId="{CC17789F-1A2C-462C-8D09-8BC238B0F007}" dt="2025-10-24T14:07:55.506" v="968" actId="2085"/>
          <ac:spMkLst>
            <pc:docMk/>
            <pc:sldMk cId="3608554310" sldId="271"/>
            <ac:spMk id="6" creationId="{A4E174FE-240D-662C-ED0F-E7117339F7E3}"/>
          </ac:spMkLst>
        </pc:spChg>
        <pc:spChg chg="mod">
          <ac:chgData name="Sven Hoffmann" userId="0729a0427feace54" providerId="LiveId" clId="{CC17789F-1A2C-462C-8D09-8BC238B0F007}" dt="2025-10-24T14:07:49.753" v="967" actId="20577"/>
          <ac:spMkLst>
            <pc:docMk/>
            <pc:sldMk cId="3608554310" sldId="271"/>
            <ac:spMk id="8" creationId="{AC412F85-DA7C-2A17-70B6-3FEE61336352}"/>
          </ac:spMkLst>
        </pc:spChg>
        <pc:spChg chg="mod">
          <ac:chgData name="Sven Hoffmann" userId="0729a0427feace54" providerId="LiveId" clId="{CC17789F-1A2C-462C-8D09-8BC238B0F007}" dt="2025-10-24T14:09:49.684" v="1025" actId="20577"/>
          <ac:spMkLst>
            <pc:docMk/>
            <pc:sldMk cId="3608554310" sldId="271"/>
            <ac:spMk id="9" creationId="{7B733608-3629-F235-3AEF-32763AD39B6F}"/>
          </ac:spMkLst>
        </pc:spChg>
        <pc:spChg chg="add mod">
          <ac:chgData name="Sven Hoffmann" userId="0729a0427feace54" providerId="LiveId" clId="{CC17789F-1A2C-462C-8D09-8BC238B0F007}" dt="2025-10-24T14:07:04.297" v="925" actId="1076"/>
          <ac:spMkLst>
            <pc:docMk/>
            <pc:sldMk cId="3608554310" sldId="271"/>
            <ac:spMk id="19" creationId="{48648D1F-6160-B07C-8E07-4676951E45BF}"/>
          </ac:spMkLst>
        </pc:spChg>
        <pc:spChg chg="add mod">
          <ac:chgData name="Sven Hoffmann" userId="0729a0427feace54" providerId="LiveId" clId="{CC17789F-1A2C-462C-8D09-8BC238B0F007}" dt="2025-10-24T14:08:19.274" v="984" actId="20577"/>
          <ac:spMkLst>
            <pc:docMk/>
            <pc:sldMk cId="3608554310" sldId="271"/>
            <ac:spMk id="20" creationId="{27E44308-C8F9-A0E4-E12B-B6E318852410}"/>
          </ac:spMkLst>
        </pc:spChg>
        <pc:spChg chg="add mod">
          <ac:chgData name="Sven Hoffmann" userId="0729a0427feace54" providerId="LiveId" clId="{CC17789F-1A2C-462C-8D09-8BC238B0F007}" dt="2025-10-24T14:08:53.417" v="1006" actId="20577"/>
          <ac:spMkLst>
            <pc:docMk/>
            <pc:sldMk cId="3608554310" sldId="271"/>
            <ac:spMk id="25" creationId="{F47A7451-9DE0-7B7A-F4CA-E826475762DC}"/>
          </ac:spMkLst>
        </pc:spChg>
        <pc:spChg chg="add mod">
          <ac:chgData name="Sven Hoffmann" userId="0729a0427feace54" providerId="LiveId" clId="{CC17789F-1A2C-462C-8D09-8BC238B0F007}" dt="2025-10-24T14:09:33.132" v="1017" actId="20577"/>
          <ac:spMkLst>
            <pc:docMk/>
            <pc:sldMk cId="3608554310" sldId="271"/>
            <ac:spMk id="26" creationId="{FD97BB8B-14E1-C6FE-2AC6-D09E7B1E23C7}"/>
          </ac:spMkLst>
        </pc:spChg>
        <pc:spChg chg="add mod">
          <ac:chgData name="Sven Hoffmann" userId="0729a0427feace54" providerId="LiveId" clId="{CC17789F-1A2C-462C-8D09-8BC238B0F007}" dt="2025-10-24T14:10:28.681" v="1035" actId="20577"/>
          <ac:spMkLst>
            <pc:docMk/>
            <pc:sldMk cId="3608554310" sldId="271"/>
            <ac:spMk id="27" creationId="{8C40032B-81C8-4025-EA5F-E2B22F5C4B26}"/>
          </ac:spMkLst>
        </pc:spChg>
        <pc:spChg chg="add mod">
          <ac:chgData name="Sven Hoffmann" userId="0729a0427feace54" providerId="LiveId" clId="{CC17789F-1A2C-462C-8D09-8BC238B0F007}" dt="2025-10-24T14:10:03.414" v="1027" actId="1076"/>
          <ac:spMkLst>
            <pc:docMk/>
            <pc:sldMk cId="3608554310" sldId="271"/>
            <ac:spMk id="28" creationId="{9B611092-7466-54A2-266C-956ECF874956}"/>
          </ac:spMkLst>
        </pc:spChg>
        <pc:spChg chg="add mod">
          <ac:chgData name="Sven Hoffmann" userId="0729a0427feace54" providerId="LiveId" clId="{CC17789F-1A2C-462C-8D09-8BC238B0F007}" dt="2025-10-24T14:10:31.250" v="1037" actId="20577"/>
          <ac:spMkLst>
            <pc:docMk/>
            <pc:sldMk cId="3608554310" sldId="271"/>
            <ac:spMk id="29" creationId="{26B6FF43-10F6-8EFD-9C81-BB164170E9E9}"/>
          </ac:spMkLst>
        </pc:spChg>
        <pc:spChg chg="add mod">
          <ac:chgData name="Sven Hoffmann" userId="0729a0427feace54" providerId="LiveId" clId="{CC17789F-1A2C-462C-8D09-8BC238B0F007}" dt="2025-10-24T14:10:08.794" v="1029" actId="1076"/>
          <ac:spMkLst>
            <pc:docMk/>
            <pc:sldMk cId="3608554310" sldId="271"/>
            <ac:spMk id="30" creationId="{1404FADC-6F2C-D8F1-0F6A-266614725D45}"/>
          </ac:spMkLst>
        </pc:spChg>
        <pc:spChg chg="add mod">
          <ac:chgData name="Sven Hoffmann" userId="0729a0427feace54" providerId="LiveId" clId="{CC17789F-1A2C-462C-8D09-8BC238B0F007}" dt="2025-10-24T14:10:33.250" v="1039" actId="20577"/>
          <ac:spMkLst>
            <pc:docMk/>
            <pc:sldMk cId="3608554310" sldId="271"/>
            <ac:spMk id="31" creationId="{B0818952-1E17-3626-EE24-C150C63E30CB}"/>
          </ac:spMkLst>
        </pc:spChg>
        <pc:spChg chg="add mod">
          <ac:chgData name="Sven Hoffmann" userId="0729a0427feace54" providerId="LiveId" clId="{CC17789F-1A2C-462C-8D09-8BC238B0F007}" dt="2025-10-24T14:10:15.261" v="1031" actId="1076"/>
          <ac:spMkLst>
            <pc:docMk/>
            <pc:sldMk cId="3608554310" sldId="271"/>
            <ac:spMk id="32" creationId="{213EE520-CB90-7D9C-6F42-A054AD223E6E}"/>
          </ac:spMkLst>
        </pc:spChg>
        <pc:spChg chg="add mod">
          <ac:chgData name="Sven Hoffmann" userId="0729a0427feace54" providerId="LiveId" clId="{CC17789F-1A2C-462C-8D09-8BC238B0F007}" dt="2025-10-24T14:10:35.603" v="1041" actId="20577"/>
          <ac:spMkLst>
            <pc:docMk/>
            <pc:sldMk cId="3608554310" sldId="271"/>
            <ac:spMk id="33" creationId="{5FEBA049-8E91-0F39-12A1-59CEDA48C5E3}"/>
          </ac:spMkLst>
        </pc:spChg>
        <pc:spChg chg="add mod">
          <ac:chgData name="Sven Hoffmann" userId="0729a0427feace54" providerId="LiveId" clId="{CC17789F-1A2C-462C-8D09-8BC238B0F007}" dt="2025-10-24T14:10:25.898" v="1033" actId="1076"/>
          <ac:spMkLst>
            <pc:docMk/>
            <pc:sldMk cId="3608554310" sldId="271"/>
            <ac:spMk id="34" creationId="{19DC6854-5204-5D6D-FC87-CCCAF3F76B31}"/>
          </ac:spMkLst>
        </pc:spChg>
        <pc:spChg chg="add mod">
          <ac:chgData name="Sven Hoffmann" userId="0729a0427feace54" providerId="LiveId" clId="{CC17789F-1A2C-462C-8D09-8BC238B0F007}" dt="2025-10-24T14:10:38.160" v="1043" actId="20577"/>
          <ac:spMkLst>
            <pc:docMk/>
            <pc:sldMk cId="3608554310" sldId="271"/>
            <ac:spMk id="35" creationId="{1D21C821-AF21-27A9-72D6-764108B49F4E}"/>
          </ac:spMkLst>
        </pc:spChg>
        <pc:spChg chg="add mod">
          <ac:chgData name="Sven Hoffmann" userId="0729a0427feace54" providerId="LiveId" clId="{CC17789F-1A2C-462C-8D09-8BC238B0F007}" dt="2025-10-24T14:10:25.898" v="1033" actId="1076"/>
          <ac:spMkLst>
            <pc:docMk/>
            <pc:sldMk cId="3608554310" sldId="271"/>
            <ac:spMk id="36" creationId="{76B780EB-6CD7-6B25-FD93-E69696D84834}"/>
          </ac:spMkLst>
        </pc:spChg>
        <pc:spChg chg="add mod">
          <ac:chgData name="Sven Hoffmann" userId="0729a0427feace54" providerId="LiveId" clId="{CC17789F-1A2C-462C-8D09-8BC238B0F007}" dt="2025-10-24T14:11:00.318" v="1045" actId="1076"/>
          <ac:spMkLst>
            <pc:docMk/>
            <pc:sldMk cId="3608554310" sldId="271"/>
            <ac:spMk id="37" creationId="{44795BEB-2276-E7A9-DC7D-1BF8D4FC0105}"/>
          </ac:spMkLst>
        </pc:spChg>
        <pc:spChg chg="add mod">
          <ac:chgData name="Sven Hoffmann" userId="0729a0427feace54" providerId="LiveId" clId="{CC17789F-1A2C-462C-8D09-8BC238B0F007}" dt="2025-10-24T14:11:03.939" v="1047" actId="1076"/>
          <ac:spMkLst>
            <pc:docMk/>
            <pc:sldMk cId="3608554310" sldId="271"/>
            <ac:spMk id="38" creationId="{50D6433D-F49F-7C24-EFF2-06FC3E2BCC78}"/>
          </ac:spMkLst>
        </pc:spChg>
        <pc:spChg chg="add mod">
          <ac:chgData name="Sven Hoffmann" userId="0729a0427feace54" providerId="LiveId" clId="{CC17789F-1A2C-462C-8D09-8BC238B0F007}" dt="2025-10-24T14:11:09.888" v="1049" actId="1076"/>
          <ac:spMkLst>
            <pc:docMk/>
            <pc:sldMk cId="3608554310" sldId="271"/>
            <ac:spMk id="39" creationId="{3926C4D0-5B88-ED2E-39B1-56D16FD557DB}"/>
          </ac:spMkLst>
        </pc:spChg>
        <pc:spChg chg="add mod">
          <ac:chgData name="Sven Hoffmann" userId="0729a0427feace54" providerId="LiveId" clId="{CC17789F-1A2C-462C-8D09-8BC238B0F007}" dt="2025-10-24T14:11:15.272" v="1050" actId="1076"/>
          <ac:spMkLst>
            <pc:docMk/>
            <pc:sldMk cId="3608554310" sldId="271"/>
            <ac:spMk id="40" creationId="{8DEFD095-6AEE-5E72-C983-D2A6AEB4DEB6}"/>
          </ac:spMkLst>
        </pc:spChg>
        <pc:spChg chg="add mod">
          <ac:chgData name="Sven Hoffmann" userId="0729a0427feace54" providerId="LiveId" clId="{CC17789F-1A2C-462C-8D09-8BC238B0F007}" dt="2025-10-24T14:11:20.026" v="1052" actId="1076"/>
          <ac:spMkLst>
            <pc:docMk/>
            <pc:sldMk cId="3608554310" sldId="271"/>
            <ac:spMk id="41" creationId="{8060134F-43DF-AFF3-218F-D27FAB89E427}"/>
          </ac:spMkLst>
        </pc:spChg>
        <pc:spChg chg="add mod">
          <ac:chgData name="Sven Hoffmann" userId="0729a0427feace54" providerId="LiveId" clId="{CC17789F-1A2C-462C-8D09-8BC238B0F007}" dt="2025-10-24T14:11:20.026" v="1052" actId="1076"/>
          <ac:spMkLst>
            <pc:docMk/>
            <pc:sldMk cId="3608554310" sldId="271"/>
            <ac:spMk id="42" creationId="{B45DD95B-BEA2-88C9-0D36-AC351F52ACD4}"/>
          </ac:spMkLst>
        </pc:spChg>
        <pc:spChg chg="add mod">
          <ac:chgData name="Sven Hoffmann" userId="0729a0427feace54" providerId="LiveId" clId="{CC17789F-1A2C-462C-8D09-8BC238B0F007}" dt="2025-10-24T14:11:37.853" v="1056" actId="6549"/>
          <ac:spMkLst>
            <pc:docMk/>
            <pc:sldMk cId="3608554310" sldId="271"/>
            <ac:spMk id="43" creationId="{205181A1-535D-2E09-0570-45484BAD0B59}"/>
          </ac:spMkLst>
        </pc:spChg>
        <pc:spChg chg="add mod">
          <ac:chgData name="Sven Hoffmann" userId="0729a0427feace54" providerId="LiveId" clId="{CC17789F-1A2C-462C-8D09-8BC238B0F007}" dt="2025-10-24T14:11:41.420" v="1058" actId="6549"/>
          <ac:spMkLst>
            <pc:docMk/>
            <pc:sldMk cId="3608554310" sldId="271"/>
            <ac:spMk id="44" creationId="{F5D1CF66-8E40-6DC7-9FDF-7293E5690FC6}"/>
          </ac:spMkLst>
        </pc:spChg>
        <pc:spChg chg="add mod">
          <ac:chgData name="Sven Hoffmann" userId="0729a0427feace54" providerId="LiveId" clId="{CC17789F-1A2C-462C-8D09-8BC238B0F007}" dt="2025-10-24T14:11:45.010" v="1059" actId="6549"/>
          <ac:spMkLst>
            <pc:docMk/>
            <pc:sldMk cId="3608554310" sldId="271"/>
            <ac:spMk id="45" creationId="{B3092809-F002-D6AA-1C6A-9F9834550626}"/>
          </ac:spMkLst>
        </pc:spChg>
        <pc:spChg chg="add mod">
          <ac:chgData name="Sven Hoffmann" userId="0729a0427feace54" providerId="LiveId" clId="{CC17789F-1A2C-462C-8D09-8BC238B0F007}" dt="2025-10-24T14:11:46.960" v="1060" actId="6549"/>
          <ac:spMkLst>
            <pc:docMk/>
            <pc:sldMk cId="3608554310" sldId="271"/>
            <ac:spMk id="46" creationId="{FE3A4485-B296-4B65-3376-4E22E7C8DE48}"/>
          </ac:spMkLst>
        </pc:spChg>
        <pc:spChg chg="add mod">
          <ac:chgData name="Sven Hoffmann" userId="0729a0427feace54" providerId="LiveId" clId="{CC17789F-1A2C-462C-8D09-8BC238B0F007}" dt="2025-10-24T14:11:48.872" v="1061" actId="6549"/>
          <ac:spMkLst>
            <pc:docMk/>
            <pc:sldMk cId="3608554310" sldId="271"/>
            <ac:spMk id="47" creationId="{2F4F9247-8821-8FF7-E1DC-D8230F475370}"/>
          </ac:spMkLst>
        </pc:spChg>
        <pc:spChg chg="add mod">
          <ac:chgData name="Sven Hoffmann" userId="0729a0427feace54" providerId="LiveId" clId="{CC17789F-1A2C-462C-8D09-8BC238B0F007}" dt="2025-10-24T14:11:51.008" v="1062" actId="6549"/>
          <ac:spMkLst>
            <pc:docMk/>
            <pc:sldMk cId="3608554310" sldId="271"/>
            <ac:spMk id="48" creationId="{D1D171C4-CDCA-2979-0B04-BB1AAE4D4DAD}"/>
          </ac:spMkLst>
        </pc:spChg>
        <pc:spChg chg="add mod">
          <ac:chgData name="Sven Hoffmann" userId="0729a0427feace54" providerId="LiveId" clId="{CC17789F-1A2C-462C-8D09-8BC238B0F007}" dt="2025-10-24T14:17:20.895" v="1156" actId="1076"/>
          <ac:spMkLst>
            <pc:docMk/>
            <pc:sldMk cId="3608554310" sldId="271"/>
            <ac:spMk id="49" creationId="{22C980A9-4172-12AE-3667-5178859C3214}"/>
          </ac:spMkLst>
        </pc:spChg>
        <pc:spChg chg="add mod">
          <ac:chgData name="Sven Hoffmann" userId="0729a0427feace54" providerId="LiveId" clId="{CC17789F-1A2C-462C-8D09-8BC238B0F007}" dt="2025-10-24T14:17:32.594" v="1158" actId="1076"/>
          <ac:spMkLst>
            <pc:docMk/>
            <pc:sldMk cId="3608554310" sldId="271"/>
            <ac:spMk id="50" creationId="{D96FBFD3-A3AF-E546-9A25-855484FB500A}"/>
          </ac:spMkLst>
        </pc:spChg>
      </pc:sldChg>
      <pc:sldChg chg="modSp new mod">
        <pc:chgData name="Sven Hoffmann" userId="0729a0427feace54" providerId="LiveId" clId="{CC17789F-1A2C-462C-8D09-8BC238B0F007}" dt="2025-10-24T14:24:16.220" v="1335" actId="20577"/>
        <pc:sldMkLst>
          <pc:docMk/>
          <pc:sldMk cId="874171047" sldId="272"/>
        </pc:sldMkLst>
        <pc:spChg chg="mod">
          <ac:chgData name="Sven Hoffmann" userId="0729a0427feace54" providerId="LiveId" clId="{CC17789F-1A2C-462C-8D09-8BC238B0F007}" dt="2025-10-24T14:23:14.737" v="1173" actId="20577"/>
          <ac:spMkLst>
            <pc:docMk/>
            <pc:sldMk cId="874171047" sldId="272"/>
            <ac:spMk id="2" creationId="{398730F7-E5B5-5193-47F2-DE60D2CFB5B5}"/>
          </ac:spMkLst>
        </pc:spChg>
        <pc:spChg chg="mod">
          <ac:chgData name="Sven Hoffmann" userId="0729a0427feace54" providerId="LiveId" clId="{CC17789F-1A2C-462C-8D09-8BC238B0F007}" dt="2025-10-24T14:24:16.220" v="1335" actId="20577"/>
          <ac:spMkLst>
            <pc:docMk/>
            <pc:sldMk cId="874171047" sldId="272"/>
            <ac:spMk id="3" creationId="{B3B05D89-1A26-9A93-893F-715F9E29E3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DC73A-A608-72B4-562D-ED65BA82A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E1BDF5-2189-D0CE-0973-1B53D665E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E43522-092C-7F0D-9734-43B6B065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E6BFEE-7221-C320-A33F-3C214D00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1446C6-CA2A-E6E2-85DD-E849CE5D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13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44CC8-3F8F-4743-1318-707A2863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36A695-338A-F793-D4CF-EE598893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6CD17-0D7B-CE7D-ED80-299682D9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B057AD-4BE8-1680-7374-F22FA968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8A1F2-946B-6ACF-3610-C43A79CF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80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A3E8B-208B-6B5D-D897-930FAC38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42377A-00E5-B2BD-B8FC-D4CF54406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5ED185-4421-6B56-A963-87B6292E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01219D-8AB1-C708-F8EF-3F292404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CEB833-4DBB-8BF2-E738-7C9336B9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47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BE1E1-2234-ABE7-E002-69828AEA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C9BA6C-C56D-D050-7E50-116897A10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DC93B1-9919-8095-8902-C7513A1D0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85C8E-68C8-5881-388F-37C83549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CC21AA-B644-6FAB-75E4-E2180560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54B217-F5ED-28C9-94FF-FCCBD6E2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84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E6C39-CE58-C3AD-CE08-20ACCD0F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6195C4-0974-C0CD-0569-AF3A7D5E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FCBEA4-9021-C909-8711-FA4366470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5D9D64-87E8-2B39-D2AE-870FE2211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5B873C7-1975-9AE3-7F8B-E3C892786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E7E821B-EBB2-62F9-CD25-487B051A3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514FCD-43AA-A18F-2392-1FEF24F0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29680A-4749-41C6-42E1-F7A02BB7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313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F44018-E03A-335C-8F1A-559024E9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8C1CE3-86A8-D0F8-F29A-AA5BE57F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F6EFEE-A1E5-21C7-8282-459D48F4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7EE03D-EDCA-32E8-35BA-20B79CC3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81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FC5B35-83C3-AA66-B5A2-FC5F5133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13E1B2-2EF7-7012-5B89-186ADD1B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96E069-5857-A025-6124-864D7034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09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6BF7F-2455-DC8A-FDEE-C3704DF0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C13862-165A-7CBA-A1E3-6CEA24AB2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3E2F06-B4F9-A2C5-8E92-1584E667E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BF6BC8-3FB2-B8FC-210F-78543C8C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C8AEC2-1874-D032-2F6C-8BB153D5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E4490F-3C78-2F35-2DA9-07E84720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88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1E9DC-0230-56FD-B391-2E5CC6CB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A1F337-0D4E-0134-8C14-7F02543C8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86F7A8-EC97-8B4C-8E66-3F8E3E661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79807F-6397-17DA-10EB-26E71BCF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A6EA16-5EDB-B3B8-6C73-01ABF9BA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87D22F-BEAD-5E8D-3671-ABF303AD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00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2F726-EC57-EECD-452F-B0EECDE0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713779-5817-6B47-5809-BC34DC731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6BD9C7-1037-6FEE-CED9-6E41367B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89D87-69A2-2082-DD0D-92E95609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3CD6E8-A47F-6A9B-19E6-018539D6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37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5006881-6E95-4F01-FA28-D0AD142A4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F0FD322-155F-0295-517F-D18EB3842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85F44B-82C9-073A-0BBD-12565170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D4F91F-85C3-E562-B236-BBC88EE3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7B15B-C19C-B535-A12A-7268F964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99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920156-3EE0-254F-A7E2-E39F478F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1D760F-C86B-FBB8-C532-5C478174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29C6B5-9D3F-2ABD-048D-92A85B2A0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A8F6F-0685-4C14-B0DA-9AD2EB60BFF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0C319F-7EEE-DD07-C0EE-45A08EBEA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12C0F9-63D1-5980-35B5-FAB0BE32C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977FE-0893-490D-AFFF-D0DA4C1EF1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99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6101F9-4F2D-314A-64A1-8EC62BF57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ProSa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486A5E-13D9-6D1D-2FA5-38F5FFA8C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Ergebnisse aus den Interviews &amp; der Prozessaufnahme</a:t>
            </a:r>
          </a:p>
        </p:txBody>
      </p:sp>
    </p:spTree>
    <p:extLst>
      <p:ext uri="{BB962C8B-B14F-4D97-AF65-F5344CB8AC3E}">
        <p14:creationId xmlns:p14="http://schemas.microsoft.com/office/powerpoint/2010/main" val="400400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FD4CF-B515-33C2-5870-987791D5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Konfiguration Supply Chain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FB63FF-36CB-6395-F8C5-AFB3A38F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Pos 1 </a:t>
            </a:r>
            <a:r>
              <a:rPr lang="de-DE" dirty="0">
                <a:sym typeface="Wingdings" panose="05000000000000000000" pitchFamily="2" charset="2"/>
              </a:rPr>
              <a:t> Unternehmen 1 (Endkunde)</a:t>
            </a:r>
          </a:p>
          <a:p>
            <a:r>
              <a:rPr lang="de-DE" dirty="0">
                <a:sym typeface="Wingdings" panose="05000000000000000000" pitchFamily="2" charset="2"/>
              </a:rPr>
              <a:t>Pos 2  Unternehmen 2 (Siebau)</a:t>
            </a:r>
          </a:p>
          <a:p>
            <a:r>
              <a:rPr lang="de-DE" dirty="0">
                <a:sym typeface="Wingdings" panose="05000000000000000000" pitchFamily="2" charset="2"/>
              </a:rPr>
              <a:t>Pos 3  Unternehmen 3 (EJOT)</a:t>
            </a:r>
          </a:p>
          <a:p>
            <a:r>
              <a:rPr lang="de-DE" dirty="0">
                <a:sym typeface="Wingdings" panose="05000000000000000000" pitchFamily="2" charset="2"/>
              </a:rPr>
              <a:t>Pos 4  Unternehmen 4 (Claas)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Pos 5  Unternehmen 5 (DEW)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Pos 6  Unternehmen 6 (DHI)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150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CE359A3-2959-A888-2B23-E2F89D9A55F9}"/>
              </a:ext>
            </a:extLst>
          </p:cNvPr>
          <p:cNvSpPr/>
          <p:nvPr/>
        </p:nvSpPr>
        <p:spPr>
          <a:xfrm>
            <a:off x="5466000" y="572263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DHI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761A91B-490F-18F0-B622-FD0EB0F946C3}"/>
              </a:ext>
            </a:extLst>
          </p:cNvPr>
          <p:cNvSpPr/>
          <p:nvPr/>
        </p:nvSpPr>
        <p:spPr>
          <a:xfrm>
            <a:off x="8490262" y="4812792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Claas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A7F71B2-592B-60F0-5B44-BF036F52AD44}"/>
              </a:ext>
            </a:extLst>
          </p:cNvPr>
          <p:cNvSpPr/>
          <p:nvPr/>
        </p:nvSpPr>
        <p:spPr>
          <a:xfrm>
            <a:off x="8490262" y="1625346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DEW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A5B40B3-927A-E42B-1D35-27D65D384CF4}"/>
              </a:ext>
            </a:extLst>
          </p:cNvPr>
          <p:cNvSpPr/>
          <p:nvPr/>
        </p:nvSpPr>
        <p:spPr>
          <a:xfrm>
            <a:off x="5466000" y="5867400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EJOT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B71F99F-EA72-4251-E539-3C97D52FDDFA}"/>
              </a:ext>
            </a:extLst>
          </p:cNvPr>
          <p:cNvSpPr/>
          <p:nvPr/>
        </p:nvSpPr>
        <p:spPr>
          <a:xfrm>
            <a:off x="2441738" y="4812792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Siebau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6C2868B-9D17-C9FF-D5A5-BF6F12E644B4}"/>
              </a:ext>
            </a:extLst>
          </p:cNvPr>
          <p:cNvSpPr/>
          <p:nvPr/>
        </p:nvSpPr>
        <p:spPr>
          <a:xfrm>
            <a:off x="2441738" y="1625346"/>
            <a:ext cx="1260000" cy="419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Endkunde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3114ACC-D402-B564-8C89-9668D0FDA8EB}"/>
              </a:ext>
            </a:extLst>
          </p:cNvPr>
          <p:cNvSpPr/>
          <p:nvPr/>
        </p:nvSpPr>
        <p:spPr>
          <a:xfrm>
            <a:off x="7495234" y="900136"/>
            <a:ext cx="1060704" cy="182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Schrottklassen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1881B9B-C57C-71F7-582A-F5FE7BA51D77}"/>
              </a:ext>
            </a:extLst>
          </p:cNvPr>
          <p:cNvCxnSpPr>
            <a:cxnSpLocks/>
            <a:stCxn id="9" idx="0"/>
            <a:endCxn id="4" idx="1"/>
          </p:cNvCxnSpPr>
          <p:nvPr/>
        </p:nvCxnSpPr>
        <p:spPr>
          <a:xfrm flipV="1">
            <a:off x="3071738" y="782194"/>
            <a:ext cx="2394262" cy="843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F5B4C20-C092-2C69-3553-C33866C7A127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>
            <a:off x="3701738" y="992125"/>
            <a:ext cx="2394262" cy="84315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9225975-ED60-EDDB-2DC3-241441516B22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6096000" y="992125"/>
            <a:ext cx="2394262" cy="843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6304DEE1-ED72-7B52-F3C1-E50983565D7E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6726000" y="782194"/>
            <a:ext cx="2394262" cy="843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A22851-C2CE-AEE0-856E-385C3D5DE14B}"/>
              </a:ext>
            </a:extLst>
          </p:cNvPr>
          <p:cNvCxnSpPr>
            <a:cxnSpLocks/>
          </p:cNvCxnSpPr>
          <p:nvPr/>
        </p:nvCxnSpPr>
        <p:spPr>
          <a:xfrm flipV="1">
            <a:off x="8778240" y="2045208"/>
            <a:ext cx="0" cy="27675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4B8FEE3-9DB8-E6DE-CF09-FEF583D992D0}"/>
              </a:ext>
            </a:extLst>
          </p:cNvPr>
          <p:cNvCxnSpPr>
            <a:cxnSpLocks/>
          </p:cNvCxnSpPr>
          <p:nvPr/>
        </p:nvCxnSpPr>
        <p:spPr>
          <a:xfrm>
            <a:off x="9454896" y="2045208"/>
            <a:ext cx="0" cy="27675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9BCFC41A-6CFF-EB5E-DC33-20BB5CDA2F04}"/>
              </a:ext>
            </a:extLst>
          </p:cNvPr>
          <p:cNvCxnSpPr>
            <a:cxnSpLocks/>
            <a:stCxn id="7" idx="0"/>
            <a:endCxn id="5" idx="1"/>
          </p:cNvCxnSpPr>
          <p:nvPr/>
        </p:nvCxnSpPr>
        <p:spPr>
          <a:xfrm flipV="1">
            <a:off x="6096000" y="5022723"/>
            <a:ext cx="2394262" cy="844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A75BADA-6C3E-D160-15DC-3274CA8A0226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6726000" y="5232654"/>
            <a:ext cx="2394262" cy="844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85D0837-9A8E-3C88-9CD7-8546C51F00A8}"/>
              </a:ext>
            </a:extLst>
          </p:cNvPr>
          <p:cNvCxnSpPr>
            <a:cxnSpLocks/>
            <a:stCxn id="7" idx="1"/>
            <a:endCxn id="8" idx="2"/>
          </p:cNvCxnSpPr>
          <p:nvPr/>
        </p:nvCxnSpPr>
        <p:spPr>
          <a:xfrm flipH="1" flipV="1">
            <a:off x="3071738" y="5232654"/>
            <a:ext cx="2394262" cy="844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54AECF97-84F1-08FF-D993-ED5DEA29208E}"/>
              </a:ext>
            </a:extLst>
          </p:cNvPr>
          <p:cNvCxnSpPr>
            <a:cxnSpLocks/>
            <a:stCxn id="8" idx="3"/>
            <a:endCxn id="7" idx="0"/>
          </p:cNvCxnSpPr>
          <p:nvPr/>
        </p:nvCxnSpPr>
        <p:spPr>
          <a:xfrm>
            <a:off x="3701738" y="5022723"/>
            <a:ext cx="2394262" cy="844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3B700FB5-C812-9B44-7AB6-E2FC2FF7054C}"/>
              </a:ext>
            </a:extLst>
          </p:cNvPr>
          <p:cNvCxnSpPr>
            <a:cxnSpLocks/>
          </p:cNvCxnSpPr>
          <p:nvPr/>
        </p:nvCxnSpPr>
        <p:spPr>
          <a:xfrm flipV="1">
            <a:off x="2694432" y="2045208"/>
            <a:ext cx="0" cy="27675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DB331F84-1162-4F80-4A80-4EE88E13A205}"/>
              </a:ext>
            </a:extLst>
          </p:cNvPr>
          <p:cNvCxnSpPr>
            <a:cxnSpLocks/>
          </p:cNvCxnSpPr>
          <p:nvPr/>
        </p:nvCxnSpPr>
        <p:spPr>
          <a:xfrm>
            <a:off x="3371088" y="2045208"/>
            <a:ext cx="0" cy="27675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54583A62-902D-C325-5382-21F5777B7E1E}"/>
              </a:ext>
            </a:extLst>
          </p:cNvPr>
          <p:cNvSpPr/>
          <p:nvPr/>
        </p:nvSpPr>
        <p:spPr>
          <a:xfrm>
            <a:off x="6434530" y="1384373"/>
            <a:ext cx="1060704" cy="1237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Schmelzkarten: </a:t>
            </a:r>
          </a:p>
          <a:p>
            <a:pPr algn="ctr"/>
            <a:r>
              <a:rPr lang="de-DE" sz="1000" dirty="0" err="1">
                <a:solidFill>
                  <a:schemeClr val="tx1"/>
                </a:solidFill>
              </a:rPr>
              <a:t>Umschlüssel-ungsfaktor</a:t>
            </a:r>
            <a:r>
              <a:rPr lang="de-DE" sz="1000" dirty="0">
                <a:solidFill>
                  <a:schemeClr val="tx1"/>
                </a:solidFill>
              </a:rPr>
              <a:t> für die Schrottklassen = Bedarfsmengen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CA94198-925B-6457-F0C4-0B7FF72C70C6}"/>
              </a:ext>
            </a:extLst>
          </p:cNvPr>
          <p:cNvSpPr/>
          <p:nvPr/>
        </p:nvSpPr>
        <p:spPr>
          <a:xfrm>
            <a:off x="9408240" y="3232599"/>
            <a:ext cx="1260000" cy="19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3.1 Zeugnis + PCF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3DBE95E3-1D40-6917-F11E-8E9F9E9614CE}"/>
              </a:ext>
            </a:extLst>
          </p:cNvPr>
          <p:cNvSpPr/>
          <p:nvPr/>
        </p:nvSpPr>
        <p:spPr>
          <a:xfrm>
            <a:off x="7495234" y="3157253"/>
            <a:ext cx="1260000" cy="333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Bedarf + Werksnorm für den Draht aus dem Material 23MnB4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615D58CB-D301-E3EB-C958-97554F062D2A}"/>
              </a:ext>
            </a:extLst>
          </p:cNvPr>
          <p:cNvSpPr/>
          <p:nvPr/>
        </p:nvSpPr>
        <p:spPr>
          <a:xfrm>
            <a:off x="6487708" y="4840516"/>
            <a:ext cx="1260000" cy="333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Bedarf + Werksnorm für die Schraube aus dem Material 23MnB4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14C768A-CB2B-2FDF-2998-CEC4CEA8A302}"/>
              </a:ext>
            </a:extLst>
          </p:cNvPr>
          <p:cNvSpPr/>
          <p:nvPr/>
        </p:nvSpPr>
        <p:spPr>
          <a:xfrm>
            <a:off x="7482308" y="5836352"/>
            <a:ext cx="1260000" cy="19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3.1 Zeugnis + PCF</a:t>
            </a:r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60BD9C00-4F7B-656E-2A7C-A3761C644BF4}"/>
              </a:ext>
            </a:extLst>
          </p:cNvPr>
          <p:cNvCxnSpPr>
            <a:cxnSpLocks/>
            <a:endCxn id="73" idx="3"/>
          </p:cNvCxnSpPr>
          <p:nvPr/>
        </p:nvCxnSpPr>
        <p:spPr>
          <a:xfrm flipH="1">
            <a:off x="6881611" y="3666744"/>
            <a:ext cx="889324" cy="2114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8211F4D5-DB8E-6FD2-9CA6-2E6EA5E32D1B}"/>
              </a:ext>
            </a:extLst>
          </p:cNvPr>
          <p:cNvCxnSpPr>
            <a:cxnSpLocks/>
            <a:endCxn id="73" idx="3"/>
          </p:cNvCxnSpPr>
          <p:nvPr/>
        </p:nvCxnSpPr>
        <p:spPr>
          <a:xfrm flipH="1" flipV="1">
            <a:off x="6881611" y="3878205"/>
            <a:ext cx="411520" cy="7910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0F16705C-5405-E2DA-3B7B-35CAB9224DEA}"/>
              </a:ext>
            </a:extLst>
          </p:cNvPr>
          <p:cNvSpPr/>
          <p:nvPr/>
        </p:nvSpPr>
        <p:spPr>
          <a:xfrm>
            <a:off x="5820907" y="3786769"/>
            <a:ext cx="1060704" cy="182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Technische Merkmale des Materials: Chemische und Mechanische Kennwerte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E41C9B0-187F-1E19-09C6-3AF8F0DAD4C8}"/>
              </a:ext>
            </a:extLst>
          </p:cNvPr>
          <p:cNvSpPr/>
          <p:nvPr/>
        </p:nvSpPr>
        <p:spPr>
          <a:xfrm>
            <a:off x="3304608" y="5782729"/>
            <a:ext cx="1260000" cy="19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3.1 Zeugnis + PCF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690BCCA7-79D1-609A-8120-2C5A0CFC66E4}"/>
              </a:ext>
            </a:extLst>
          </p:cNvPr>
          <p:cNvSpPr/>
          <p:nvPr/>
        </p:nvSpPr>
        <p:spPr>
          <a:xfrm>
            <a:off x="4378393" y="3855098"/>
            <a:ext cx="1260000" cy="1363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Bedarf + Technische Anforderungen an die Schraube (Abmessung, Festigkeitsklasse, </a:t>
            </a:r>
            <a:r>
              <a:rPr lang="de-DE" sz="1000" dirty="0" err="1">
                <a:solidFill>
                  <a:schemeClr val="tx1"/>
                </a:solidFill>
              </a:rPr>
              <a:t>Korrosionsbe-ständigkeit</a:t>
            </a:r>
            <a:r>
              <a:rPr lang="de-DE" sz="1000" dirty="0">
                <a:solidFill>
                  <a:schemeClr val="tx1"/>
                </a:solidFill>
              </a:rPr>
              <a:t> etc.)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A7D1519F-2CDB-21CA-5A89-76B95B45090F}"/>
              </a:ext>
            </a:extLst>
          </p:cNvPr>
          <p:cNvSpPr/>
          <p:nvPr/>
        </p:nvSpPr>
        <p:spPr>
          <a:xfrm>
            <a:off x="841251" y="3134398"/>
            <a:ext cx="1885044" cy="898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1"/>
                </a:solidFill>
              </a:rPr>
              <a:t>3.1 Zeugnis + PCF = DPP</a:t>
            </a:r>
          </a:p>
          <a:p>
            <a:pPr marL="171450" indent="-171450">
              <a:buFontTx/>
              <a:buChar char="-"/>
            </a:pPr>
            <a:r>
              <a:rPr lang="de-DE" sz="1000" dirty="0">
                <a:solidFill>
                  <a:schemeClr val="tx1"/>
                </a:solidFill>
              </a:rPr>
              <a:t>DPP Carport</a:t>
            </a:r>
          </a:p>
          <a:p>
            <a:pPr marL="628650" lvl="1" indent="-171450">
              <a:buFontTx/>
              <a:buChar char="-"/>
            </a:pPr>
            <a:r>
              <a:rPr lang="de-DE" sz="1000" dirty="0">
                <a:solidFill>
                  <a:schemeClr val="tx1"/>
                </a:solidFill>
              </a:rPr>
              <a:t>DPP Schraube</a:t>
            </a:r>
          </a:p>
          <a:p>
            <a:pPr marL="628650" lvl="1" indent="-171450">
              <a:buFontTx/>
              <a:buChar char="-"/>
            </a:pPr>
            <a:r>
              <a:rPr lang="de-DE" sz="1000" dirty="0">
                <a:solidFill>
                  <a:schemeClr val="tx1"/>
                </a:solidFill>
              </a:rPr>
              <a:t>DPP Blech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99B1B04-DBB3-0E6F-2ACE-C88FCBB963B4}"/>
              </a:ext>
            </a:extLst>
          </p:cNvPr>
          <p:cNvSpPr/>
          <p:nvPr/>
        </p:nvSpPr>
        <p:spPr>
          <a:xfrm>
            <a:off x="4317999" y="1289977"/>
            <a:ext cx="1541391" cy="1071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Abfrage: Wer hat gerade welchen Schrott und in welchen Mengen?</a:t>
            </a: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83916195-51BC-EBEF-09D7-5427299903F1}"/>
              </a:ext>
            </a:extLst>
          </p:cNvPr>
          <p:cNvSpPr/>
          <p:nvPr/>
        </p:nvSpPr>
        <p:spPr>
          <a:xfrm>
            <a:off x="3436767" y="3232598"/>
            <a:ext cx="564320" cy="196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Bedarf</a:t>
            </a: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E52CC238-9D51-7783-A465-563E6810A5A8}"/>
              </a:ext>
            </a:extLst>
          </p:cNvPr>
          <p:cNvSpPr/>
          <p:nvPr/>
        </p:nvSpPr>
        <p:spPr>
          <a:xfrm>
            <a:off x="3122076" y="427651"/>
            <a:ext cx="1641486" cy="960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Pfandsystem: Recycling, Zurückführung in Schrottklassen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F257CF30-2E06-1B5C-0BF3-BED300AECBA0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071738" y="572263"/>
            <a:ext cx="0" cy="10530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hteck 115">
            <a:extLst>
              <a:ext uri="{FF2B5EF4-FFF2-40B4-BE49-F238E27FC236}">
                <a16:creationId xmlns:a16="http://schemas.microsoft.com/office/drawing/2014/main" id="{99AC1D05-2840-56C3-AF6F-C623E5C86AC9}"/>
              </a:ext>
            </a:extLst>
          </p:cNvPr>
          <p:cNvSpPr/>
          <p:nvPr/>
        </p:nvSpPr>
        <p:spPr>
          <a:xfrm>
            <a:off x="2508378" y="228025"/>
            <a:ext cx="1227396" cy="344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Reuse, </a:t>
            </a:r>
            <a:r>
              <a:rPr lang="de-DE" sz="1000" dirty="0" err="1">
                <a:solidFill>
                  <a:schemeClr val="tx1"/>
                </a:solidFill>
              </a:rPr>
              <a:t>Repair</a:t>
            </a:r>
            <a:r>
              <a:rPr lang="de-DE" sz="1000" dirty="0">
                <a:solidFill>
                  <a:schemeClr val="tx1"/>
                </a:solidFill>
              </a:rPr>
              <a:t> etc.</a:t>
            </a:r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90105A77-38EC-7817-D99B-A0EC5178B5C6}"/>
              </a:ext>
            </a:extLst>
          </p:cNvPr>
          <p:cNvSpPr/>
          <p:nvPr/>
        </p:nvSpPr>
        <p:spPr>
          <a:xfrm rot="959420">
            <a:off x="2747545" y="1128459"/>
            <a:ext cx="1350028" cy="3439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Schadensmodell</a:t>
            </a:r>
          </a:p>
        </p:txBody>
      </p:sp>
    </p:spTree>
    <p:extLst>
      <p:ext uri="{BB962C8B-B14F-4D97-AF65-F5344CB8AC3E}">
        <p14:creationId xmlns:p14="http://schemas.microsoft.com/office/powerpoint/2010/main" val="281007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EAB545B8-F1EC-BDCA-8BEC-B036F5D1B83B}"/>
              </a:ext>
            </a:extLst>
          </p:cNvPr>
          <p:cNvGrpSpPr/>
          <p:nvPr/>
        </p:nvGrpSpPr>
        <p:grpSpPr>
          <a:xfrm>
            <a:off x="2452035" y="630936"/>
            <a:ext cx="8785728" cy="5802630"/>
            <a:chOff x="2198879" y="228025"/>
            <a:chExt cx="9024716" cy="6059237"/>
          </a:xfrm>
        </p:grpSpPr>
        <p:sp>
          <p:nvSpPr>
            <p:cNvPr id="80" name="Rechteck: abgerundete Ecken 79">
              <a:extLst>
                <a:ext uri="{FF2B5EF4-FFF2-40B4-BE49-F238E27FC236}">
                  <a16:creationId xmlns:a16="http://schemas.microsoft.com/office/drawing/2014/main" id="{28E627ED-86A6-88E2-A71E-653E4CE2FA10}"/>
                </a:ext>
              </a:extLst>
            </p:cNvPr>
            <p:cNvSpPr/>
            <p:nvPr/>
          </p:nvSpPr>
          <p:spPr>
            <a:xfrm>
              <a:off x="5466000" y="572263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DHI</a:t>
              </a:r>
            </a:p>
          </p:txBody>
        </p:sp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3FCE1813-F22B-05B7-8445-B1B3E4A5602A}"/>
                </a:ext>
              </a:extLst>
            </p:cNvPr>
            <p:cNvSpPr/>
            <p:nvPr/>
          </p:nvSpPr>
          <p:spPr>
            <a:xfrm>
              <a:off x="8490262" y="4812792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Claas</a:t>
              </a:r>
            </a:p>
          </p:txBody>
        </p:sp>
        <p:sp>
          <p:nvSpPr>
            <p:cNvPr id="82" name="Rechteck: abgerundete Ecken 81">
              <a:extLst>
                <a:ext uri="{FF2B5EF4-FFF2-40B4-BE49-F238E27FC236}">
                  <a16:creationId xmlns:a16="http://schemas.microsoft.com/office/drawing/2014/main" id="{89FC0AF8-2A51-3ED2-048C-F73D5DC89FCD}"/>
                </a:ext>
              </a:extLst>
            </p:cNvPr>
            <p:cNvSpPr/>
            <p:nvPr/>
          </p:nvSpPr>
          <p:spPr>
            <a:xfrm>
              <a:off x="8490262" y="1625346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DEW</a:t>
              </a:r>
            </a:p>
          </p:txBody>
        </p:sp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F28CA5DA-AC65-781C-9820-F83B3B8CE15F}"/>
                </a:ext>
              </a:extLst>
            </p:cNvPr>
            <p:cNvSpPr/>
            <p:nvPr/>
          </p:nvSpPr>
          <p:spPr>
            <a:xfrm>
              <a:off x="5466000" y="5867400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EJOT</a:t>
              </a:r>
            </a:p>
          </p:txBody>
        </p:sp>
        <p:sp>
          <p:nvSpPr>
            <p:cNvPr id="84" name="Rechteck: abgerundete Ecken 83">
              <a:extLst>
                <a:ext uri="{FF2B5EF4-FFF2-40B4-BE49-F238E27FC236}">
                  <a16:creationId xmlns:a16="http://schemas.microsoft.com/office/drawing/2014/main" id="{FFFD36DA-62EC-5438-E406-C47218488E3C}"/>
                </a:ext>
              </a:extLst>
            </p:cNvPr>
            <p:cNvSpPr/>
            <p:nvPr/>
          </p:nvSpPr>
          <p:spPr>
            <a:xfrm>
              <a:off x="2441738" y="4812792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Siebau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5" name="Rechteck: abgerundete Ecken 84">
              <a:extLst>
                <a:ext uri="{FF2B5EF4-FFF2-40B4-BE49-F238E27FC236}">
                  <a16:creationId xmlns:a16="http://schemas.microsoft.com/office/drawing/2014/main" id="{8BB278EF-AAB4-9274-6968-EC14ACA1C7F9}"/>
                </a:ext>
              </a:extLst>
            </p:cNvPr>
            <p:cNvSpPr/>
            <p:nvPr/>
          </p:nvSpPr>
          <p:spPr>
            <a:xfrm>
              <a:off x="2441738" y="1625346"/>
              <a:ext cx="1260000" cy="419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Endkunde</a:t>
              </a: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1ECC4EF3-BD56-96F1-72B8-DFAF040D79EC}"/>
                </a:ext>
              </a:extLst>
            </p:cNvPr>
            <p:cNvSpPr/>
            <p:nvPr/>
          </p:nvSpPr>
          <p:spPr>
            <a:xfrm>
              <a:off x="7495234" y="900136"/>
              <a:ext cx="1060704" cy="182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PCF</a:t>
              </a:r>
            </a:p>
          </p:txBody>
        </p: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004EECFA-78EA-5B26-9DD8-E1F23D5A9984}"/>
                </a:ext>
              </a:extLst>
            </p:cNvPr>
            <p:cNvCxnSpPr>
              <a:cxnSpLocks/>
              <a:stCxn id="85" idx="0"/>
              <a:endCxn id="80" idx="1"/>
            </p:cNvCxnSpPr>
            <p:nvPr/>
          </p:nvCxnSpPr>
          <p:spPr>
            <a:xfrm flipV="1">
              <a:off x="3071738" y="782194"/>
              <a:ext cx="2394262" cy="8431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BABDD4D8-DE4B-AC00-690E-AA90BD685697}"/>
                </a:ext>
              </a:extLst>
            </p:cNvPr>
            <p:cNvCxnSpPr>
              <a:cxnSpLocks/>
              <a:stCxn id="80" idx="2"/>
              <a:endCxn id="85" idx="3"/>
            </p:cNvCxnSpPr>
            <p:nvPr/>
          </p:nvCxnSpPr>
          <p:spPr>
            <a:xfrm flipH="1">
              <a:off x="3701738" y="992125"/>
              <a:ext cx="2394262" cy="843152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2FD722C0-2044-4FC2-1342-B8ACD45F419D}"/>
                </a:ext>
              </a:extLst>
            </p:cNvPr>
            <p:cNvCxnSpPr>
              <a:cxnSpLocks/>
              <a:stCxn id="82" idx="1"/>
              <a:endCxn id="80" idx="2"/>
            </p:cNvCxnSpPr>
            <p:nvPr/>
          </p:nvCxnSpPr>
          <p:spPr>
            <a:xfrm flipH="1" flipV="1">
              <a:off x="6096000" y="992125"/>
              <a:ext cx="2394262" cy="8431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 Verbindung mit Pfeil 89">
              <a:extLst>
                <a:ext uri="{FF2B5EF4-FFF2-40B4-BE49-F238E27FC236}">
                  <a16:creationId xmlns:a16="http://schemas.microsoft.com/office/drawing/2014/main" id="{E7530195-8AB0-8F37-1880-5D09E7A4DB80}"/>
                </a:ext>
              </a:extLst>
            </p:cNvPr>
            <p:cNvCxnSpPr>
              <a:cxnSpLocks/>
              <a:stCxn id="80" idx="3"/>
              <a:endCxn id="82" idx="0"/>
            </p:cNvCxnSpPr>
            <p:nvPr/>
          </p:nvCxnSpPr>
          <p:spPr>
            <a:xfrm>
              <a:off x="6726000" y="782194"/>
              <a:ext cx="2394262" cy="8431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C229DE89-52C4-B283-52B9-6AB45AED00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8240" y="2045208"/>
              <a:ext cx="0" cy="2767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D7273A1D-C787-5DA4-B691-BC29B8DEE745}"/>
                </a:ext>
              </a:extLst>
            </p:cNvPr>
            <p:cNvCxnSpPr>
              <a:cxnSpLocks/>
            </p:cNvCxnSpPr>
            <p:nvPr/>
          </p:nvCxnSpPr>
          <p:spPr>
            <a:xfrm>
              <a:off x="9454896" y="2045208"/>
              <a:ext cx="0" cy="2767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6505391E-EE6D-9E5C-3B17-8C7FA5AF429D}"/>
                </a:ext>
              </a:extLst>
            </p:cNvPr>
            <p:cNvCxnSpPr>
              <a:cxnSpLocks/>
              <a:stCxn id="83" idx="0"/>
              <a:endCxn id="81" idx="1"/>
            </p:cNvCxnSpPr>
            <p:nvPr/>
          </p:nvCxnSpPr>
          <p:spPr>
            <a:xfrm flipV="1">
              <a:off x="6096000" y="5022723"/>
              <a:ext cx="2394262" cy="844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EB40DDB0-6C1C-D7CC-8502-0D744BDF2FF9}"/>
                </a:ext>
              </a:extLst>
            </p:cNvPr>
            <p:cNvCxnSpPr>
              <a:cxnSpLocks/>
              <a:stCxn id="81" idx="2"/>
              <a:endCxn id="83" idx="3"/>
            </p:cNvCxnSpPr>
            <p:nvPr/>
          </p:nvCxnSpPr>
          <p:spPr>
            <a:xfrm flipH="1">
              <a:off x="6726000" y="5232654"/>
              <a:ext cx="2394262" cy="844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154BBCE3-9157-0255-9333-E02C7FF2F8FC}"/>
                </a:ext>
              </a:extLst>
            </p:cNvPr>
            <p:cNvCxnSpPr>
              <a:cxnSpLocks/>
              <a:stCxn id="83" idx="1"/>
              <a:endCxn id="84" idx="2"/>
            </p:cNvCxnSpPr>
            <p:nvPr/>
          </p:nvCxnSpPr>
          <p:spPr>
            <a:xfrm flipH="1" flipV="1">
              <a:off x="3071738" y="5232654"/>
              <a:ext cx="2394262" cy="844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mit Pfeil 95">
              <a:extLst>
                <a:ext uri="{FF2B5EF4-FFF2-40B4-BE49-F238E27FC236}">
                  <a16:creationId xmlns:a16="http://schemas.microsoft.com/office/drawing/2014/main" id="{56D60B95-279D-BB51-C592-00208D9599F6}"/>
                </a:ext>
              </a:extLst>
            </p:cNvPr>
            <p:cNvCxnSpPr>
              <a:cxnSpLocks/>
              <a:stCxn id="84" idx="3"/>
              <a:endCxn id="83" idx="0"/>
            </p:cNvCxnSpPr>
            <p:nvPr/>
          </p:nvCxnSpPr>
          <p:spPr>
            <a:xfrm>
              <a:off x="3701738" y="5022723"/>
              <a:ext cx="2394262" cy="844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mit Pfeil 96">
              <a:extLst>
                <a:ext uri="{FF2B5EF4-FFF2-40B4-BE49-F238E27FC236}">
                  <a16:creationId xmlns:a16="http://schemas.microsoft.com/office/drawing/2014/main" id="{17084E89-3AED-E177-9429-C64A3B8D2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432" y="2045208"/>
              <a:ext cx="0" cy="2767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33920EBD-631A-548D-8D06-CAB55F2B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71088" y="2045208"/>
              <a:ext cx="0" cy="2767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C1DBA86-B788-F665-0673-D06A124F76EF}"/>
                </a:ext>
              </a:extLst>
            </p:cNvPr>
            <p:cNvSpPr/>
            <p:nvPr/>
          </p:nvSpPr>
          <p:spPr>
            <a:xfrm>
              <a:off x="6608783" y="957573"/>
              <a:ext cx="1060704" cy="12374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Bedarf</a:t>
              </a:r>
            </a:p>
          </p:txBody>
        </p:sp>
        <p:sp>
          <p:nvSpPr>
            <p:cNvPr id="100" name="Rechteck 99">
              <a:extLst>
                <a:ext uri="{FF2B5EF4-FFF2-40B4-BE49-F238E27FC236}">
                  <a16:creationId xmlns:a16="http://schemas.microsoft.com/office/drawing/2014/main" id="{71E68788-9C76-D96B-F7EC-17BF209309F0}"/>
                </a:ext>
              </a:extLst>
            </p:cNvPr>
            <p:cNvSpPr/>
            <p:nvPr/>
          </p:nvSpPr>
          <p:spPr>
            <a:xfrm>
              <a:off x="9491074" y="3232599"/>
              <a:ext cx="1732521" cy="496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PCF + Steigerung des PCF</a:t>
              </a:r>
            </a:p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Scope 1,2,3</a:t>
              </a:r>
            </a:p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Hotspot</a:t>
              </a:r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FB41B7FE-E2C8-C6F8-D69F-B57DD9BEEA06}"/>
                </a:ext>
              </a:extLst>
            </p:cNvPr>
            <p:cNvSpPr/>
            <p:nvPr/>
          </p:nvSpPr>
          <p:spPr>
            <a:xfrm>
              <a:off x="7495234" y="3157253"/>
              <a:ext cx="1260000" cy="333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Bedarf</a:t>
              </a: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05185E74-89D3-59A0-31BD-B92C2BCC140A}"/>
                </a:ext>
              </a:extLst>
            </p:cNvPr>
            <p:cNvSpPr/>
            <p:nvPr/>
          </p:nvSpPr>
          <p:spPr>
            <a:xfrm>
              <a:off x="4268869" y="5075503"/>
              <a:ext cx="1260000" cy="333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Bedarf</a:t>
              </a:r>
            </a:p>
          </p:txBody>
        </p:sp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9164E703-2E87-089E-4DCE-1FA489346659}"/>
                </a:ext>
              </a:extLst>
            </p:cNvPr>
            <p:cNvSpPr/>
            <p:nvPr/>
          </p:nvSpPr>
          <p:spPr>
            <a:xfrm>
              <a:off x="2198879" y="2890794"/>
              <a:ext cx="1885044" cy="8981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00" dirty="0">
                  <a:solidFill>
                    <a:schemeClr val="tx1"/>
                  </a:solidFill>
                </a:rPr>
                <a:t>DPP</a:t>
              </a:r>
            </a:p>
          </p:txBody>
        </p:sp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B075C2E4-1414-2690-36B5-48C0774591E7}"/>
                </a:ext>
              </a:extLst>
            </p:cNvPr>
            <p:cNvSpPr/>
            <p:nvPr/>
          </p:nvSpPr>
          <p:spPr>
            <a:xfrm>
              <a:off x="4317999" y="1289977"/>
              <a:ext cx="1541391" cy="1071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Abfrage: Wer hat gerade welchen Schrott und in welchen Mengen?</a:t>
              </a:r>
            </a:p>
          </p:txBody>
        </p:sp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FDA8B7F8-175E-E387-CE1D-218955194F93}"/>
                </a:ext>
              </a:extLst>
            </p:cNvPr>
            <p:cNvSpPr/>
            <p:nvPr/>
          </p:nvSpPr>
          <p:spPr>
            <a:xfrm>
              <a:off x="3235495" y="3232598"/>
              <a:ext cx="1110845" cy="196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Bedarf</a:t>
              </a:r>
            </a:p>
          </p:txBody>
        </p: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8F7DCF32-D484-E1A2-220A-CBDF1E7149FC}"/>
                </a:ext>
              </a:extLst>
            </p:cNvPr>
            <p:cNvSpPr/>
            <p:nvPr/>
          </p:nvSpPr>
          <p:spPr>
            <a:xfrm>
              <a:off x="3291418" y="449708"/>
              <a:ext cx="1641486" cy="9607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Menge in Schrottklasse</a:t>
              </a:r>
            </a:p>
          </p:txBody>
        </p: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3BE4D3D9-8976-F9C9-5179-03566768916A}"/>
                </a:ext>
              </a:extLst>
            </p:cNvPr>
            <p:cNvCxnSpPr>
              <a:cxnSpLocks/>
              <a:stCxn id="85" idx="0"/>
            </p:cNvCxnSpPr>
            <p:nvPr/>
          </p:nvCxnSpPr>
          <p:spPr>
            <a:xfrm flipV="1">
              <a:off x="3071738" y="572263"/>
              <a:ext cx="0" cy="105308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AC0809F2-AB1A-CAB2-75E3-F8C8B1FCE975}"/>
                </a:ext>
              </a:extLst>
            </p:cNvPr>
            <p:cNvSpPr/>
            <p:nvPr/>
          </p:nvSpPr>
          <p:spPr>
            <a:xfrm>
              <a:off x="2508378" y="228025"/>
              <a:ext cx="1227396" cy="3442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Reuse, </a:t>
              </a:r>
              <a:r>
                <a:rPr lang="de-DE" sz="1000" dirty="0" err="1">
                  <a:solidFill>
                    <a:schemeClr val="tx1"/>
                  </a:solidFill>
                </a:rPr>
                <a:t>Repair</a:t>
              </a:r>
              <a:r>
                <a:rPr lang="de-DE" sz="1000" dirty="0">
                  <a:solidFill>
                    <a:schemeClr val="tx1"/>
                  </a:solidFill>
                </a:rPr>
                <a:t> etc.</a:t>
              </a:r>
            </a:p>
          </p:txBody>
        </p:sp>
      </p:grpSp>
      <p:sp>
        <p:nvSpPr>
          <p:cNvPr id="113" name="Rechteck 112">
            <a:extLst>
              <a:ext uri="{FF2B5EF4-FFF2-40B4-BE49-F238E27FC236}">
                <a16:creationId xmlns:a16="http://schemas.microsoft.com/office/drawing/2014/main" id="{DF3B2B77-9970-0482-5DA3-9F95276449AB}"/>
              </a:ext>
            </a:extLst>
          </p:cNvPr>
          <p:cNvSpPr/>
          <p:nvPr/>
        </p:nvSpPr>
        <p:spPr>
          <a:xfrm>
            <a:off x="7810146" y="5992448"/>
            <a:ext cx="1686641" cy="18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PCF + Steigerung des PCF</a:t>
            </a: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Scope 1,2,3</a:t>
            </a: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Hotspot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2514D195-6804-2196-F0B4-96727E3CA115}"/>
              </a:ext>
            </a:extLst>
          </p:cNvPr>
          <p:cNvSpPr/>
          <p:nvPr/>
        </p:nvSpPr>
        <p:spPr>
          <a:xfrm>
            <a:off x="6790791" y="5273125"/>
            <a:ext cx="1226633" cy="319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Bedarf</a:t>
            </a: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88B2FBF3-B438-E979-68C6-9FE9E5826129}"/>
              </a:ext>
            </a:extLst>
          </p:cNvPr>
          <p:cNvSpPr/>
          <p:nvPr/>
        </p:nvSpPr>
        <p:spPr>
          <a:xfrm>
            <a:off x="3133278" y="6002071"/>
            <a:ext cx="1686641" cy="18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PCF + Steigerung des PCF</a:t>
            </a: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Scope 1,2,3</a:t>
            </a: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Hotspot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F31E6339-6643-A124-436D-B141F8F2DAA8}"/>
              </a:ext>
            </a:extLst>
          </p:cNvPr>
          <p:cNvSpPr/>
          <p:nvPr/>
        </p:nvSpPr>
        <p:spPr>
          <a:xfrm>
            <a:off x="2222387" y="921877"/>
            <a:ext cx="1598017" cy="920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Menge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9A7E6AD-47CA-08D0-571A-6FD2937C7109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7EE83D-0B9C-5BFA-0FFB-9BA32EBDF562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Übersicht</a:t>
            </a:r>
          </a:p>
        </p:txBody>
      </p:sp>
    </p:spTree>
    <p:extLst>
      <p:ext uri="{BB962C8B-B14F-4D97-AF65-F5344CB8AC3E}">
        <p14:creationId xmlns:p14="http://schemas.microsoft.com/office/powerpoint/2010/main" val="21342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A9B4B03-6596-B3B6-C18E-D6266772B636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359D68A-0788-DB0A-EEEA-1B452FB877A4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Endkunde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FCC7919-9FBE-02D4-1A0D-87952EA27CBA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Endprodukt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9A712A1-A48A-EEEB-DDCC-8172E07C56E8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C59CA97-5666-2DED-9EF2-88D80F22F6B6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Menge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4F7D6B0-D9A4-5046-527B-2CD0A567083F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752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1D4B-217E-F26A-6C75-2BF0514D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8BF016C-71F4-C518-365B-26090384387F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8D544A4-5AFA-CCB1-45DE-3BF9E1DB5F5A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Siebau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1D6E81B-E750-89C7-D0EB-B938D827C957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Endprodukt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EA0148E-12B0-FA21-8415-6271F178A9CA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5496D86-67CE-6DA0-43D6-D3F68DCA8859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/>
              <a:t>Menge Endprodukt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8A788D3-05CA-4E08-FDAF-4AB8206D7587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F93E966-0B51-BC92-2CF6-8D593245F5BA}"/>
              </a:ext>
            </a:extLst>
          </p:cNvPr>
          <p:cNvSpPr/>
          <p:nvPr/>
        </p:nvSpPr>
        <p:spPr>
          <a:xfrm>
            <a:off x="758952" y="4242772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Merkmal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EA3E662-79A3-5432-8050-95C8821D94E6}"/>
              </a:ext>
            </a:extLst>
          </p:cNvPr>
          <p:cNvSpPr/>
          <p:nvPr/>
        </p:nvSpPr>
        <p:spPr>
          <a:xfrm>
            <a:off x="758952" y="482795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Merkmal 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D185C86-84FE-75AC-435D-BF9696081B59}"/>
              </a:ext>
            </a:extLst>
          </p:cNvPr>
          <p:cNvSpPr/>
          <p:nvPr/>
        </p:nvSpPr>
        <p:spPr>
          <a:xfrm>
            <a:off x="3027226" y="4242772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Abmessung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1481E2F-C673-834C-8583-DFBC207AEDD3}"/>
              </a:ext>
            </a:extLst>
          </p:cNvPr>
          <p:cNvSpPr/>
          <p:nvPr/>
        </p:nvSpPr>
        <p:spPr>
          <a:xfrm>
            <a:off x="3027226" y="4815412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Festigkeitsklasse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949DBF4-40B2-BB46-DCE9-855B4F6E3FDB}"/>
              </a:ext>
            </a:extLst>
          </p:cNvPr>
          <p:cNvSpPr/>
          <p:nvPr/>
        </p:nvSpPr>
        <p:spPr>
          <a:xfrm>
            <a:off x="758952" y="540986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Merkmal 3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FA85EE2-682D-D1C0-D2BE-8F7ACA9EC844}"/>
              </a:ext>
            </a:extLst>
          </p:cNvPr>
          <p:cNvSpPr/>
          <p:nvPr/>
        </p:nvSpPr>
        <p:spPr>
          <a:xfrm>
            <a:off x="758952" y="5995047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Menge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93FD78E-B73E-0BB1-B973-A74FF4D26892}"/>
              </a:ext>
            </a:extLst>
          </p:cNvPr>
          <p:cNvSpPr/>
          <p:nvPr/>
        </p:nvSpPr>
        <p:spPr>
          <a:xfrm>
            <a:off x="3027226" y="5409861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Korrosionsb</a:t>
            </a:r>
            <a:r>
              <a:rPr lang="de-DE" dirty="0"/>
              <a:t>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9BC7AF9-B0E3-3342-83F8-BAF547DEE9C1}"/>
              </a:ext>
            </a:extLst>
          </p:cNvPr>
          <p:cNvSpPr/>
          <p:nvPr/>
        </p:nvSpPr>
        <p:spPr>
          <a:xfrm>
            <a:off x="3027226" y="5982501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61AD557-7D97-B9D1-19D4-8466D8D82CB0}"/>
              </a:ext>
            </a:extLst>
          </p:cNvPr>
          <p:cNvSpPr/>
          <p:nvPr/>
        </p:nvSpPr>
        <p:spPr>
          <a:xfrm>
            <a:off x="5465596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Stückliste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737378-469F-A31F-F28F-82393BC67E07}"/>
              </a:ext>
            </a:extLst>
          </p:cNvPr>
          <p:cNvSpPr/>
          <p:nvPr/>
        </p:nvSpPr>
        <p:spPr>
          <a:xfrm>
            <a:off x="5465596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0EA14A8-97F1-0EF5-6445-71CF61E07A85}"/>
              </a:ext>
            </a:extLst>
          </p:cNvPr>
          <p:cNvSpPr/>
          <p:nvPr/>
        </p:nvSpPr>
        <p:spPr>
          <a:xfrm>
            <a:off x="8449322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Arbeitsplan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39F55E9-F70A-2EFC-6113-078653F5065E}"/>
              </a:ext>
            </a:extLst>
          </p:cNvPr>
          <p:cNvSpPr/>
          <p:nvPr/>
        </p:nvSpPr>
        <p:spPr>
          <a:xfrm>
            <a:off x="8449322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5" name="Rechteck: gefaltete Ecke 24">
            <a:extLst>
              <a:ext uri="{FF2B5EF4-FFF2-40B4-BE49-F238E27FC236}">
                <a16:creationId xmlns:a16="http://schemas.microsoft.com/office/drawing/2014/main" id="{B10AFD98-4AC3-94B1-EFFF-D068DA85B3F0}"/>
              </a:ext>
            </a:extLst>
          </p:cNvPr>
          <p:cNvSpPr/>
          <p:nvPr/>
        </p:nvSpPr>
        <p:spPr>
          <a:xfrm>
            <a:off x="7759913" y="2197198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26" name="Rechteck: gefaltete Ecke 25">
            <a:extLst>
              <a:ext uri="{FF2B5EF4-FFF2-40B4-BE49-F238E27FC236}">
                <a16:creationId xmlns:a16="http://schemas.microsoft.com/office/drawing/2014/main" id="{5C9A273C-F6BE-CA6D-A159-37927554278E}"/>
              </a:ext>
            </a:extLst>
          </p:cNvPr>
          <p:cNvSpPr/>
          <p:nvPr/>
        </p:nvSpPr>
        <p:spPr>
          <a:xfrm>
            <a:off x="10696856" y="2197198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39404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6545-624F-662B-5101-5E3F2884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A1EE34A-4E46-6CC3-A6CF-0AC603D6FA5D}"/>
              </a:ext>
            </a:extLst>
          </p:cNvPr>
          <p:cNvSpPr/>
          <p:nvPr/>
        </p:nvSpPr>
        <p:spPr>
          <a:xfrm>
            <a:off x="758952" y="2950316"/>
            <a:ext cx="4993778" cy="19324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Hausnorm EJOT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DB543E-EF63-F10C-5CA0-BEE032012675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DCC0DCF-54D4-97BA-2E60-87347BD02B75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EJOT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8904CCC-D9DC-D5B3-9E6F-7F1C5E6806F4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Produkt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9BB868F-EDFD-7384-6FD1-6EBBED7BEB82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Siebau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8D7864-DBCB-1E52-0D7F-55AEC5E8ED03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Menge Produkt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F66A036-8D48-014B-C7BB-F00E3C3512AC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Siebau + Menge Endprodukt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FBA8B05-7C8E-26C6-B9E4-520B48E34B85}"/>
              </a:ext>
            </a:extLst>
          </p:cNvPr>
          <p:cNvSpPr/>
          <p:nvPr/>
        </p:nvSpPr>
        <p:spPr>
          <a:xfrm>
            <a:off x="998650" y="345804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Chem. Werte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3865CEA-EB7A-33C7-8325-2A9CBFAAA33B}"/>
              </a:ext>
            </a:extLst>
          </p:cNvPr>
          <p:cNvSpPr/>
          <p:nvPr/>
        </p:nvSpPr>
        <p:spPr>
          <a:xfrm>
            <a:off x="998650" y="404323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Mech. Werte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012E43C-DF3B-5B70-8CA2-91AF6D126E23}"/>
              </a:ext>
            </a:extLst>
          </p:cNvPr>
          <p:cNvSpPr/>
          <p:nvPr/>
        </p:nvSpPr>
        <p:spPr>
          <a:xfrm>
            <a:off x="3266924" y="3458045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F57BF1C-92FD-74C2-DB80-F437EA81BB17}"/>
              </a:ext>
            </a:extLst>
          </p:cNvPr>
          <p:cNvSpPr/>
          <p:nvPr/>
        </p:nvSpPr>
        <p:spPr>
          <a:xfrm>
            <a:off x="3266924" y="4030685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F69BE03-8270-9C95-3BD2-AE63FE804B40}"/>
              </a:ext>
            </a:extLst>
          </p:cNvPr>
          <p:cNvSpPr/>
          <p:nvPr/>
        </p:nvSpPr>
        <p:spPr>
          <a:xfrm>
            <a:off x="5465596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Stückliste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D6F3C9D-AC35-1663-A144-E52B0B79A965}"/>
              </a:ext>
            </a:extLst>
          </p:cNvPr>
          <p:cNvSpPr/>
          <p:nvPr/>
        </p:nvSpPr>
        <p:spPr>
          <a:xfrm>
            <a:off x="5465596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9B5607B-ED6B-C352-41BB-7C34B45789FF}"/>
              </a:ext>
            </a:extLst>
          </p:cNvPr>
          <p:cNvSpPr/>
          <p:nvPr/>
        </p:nvSpPr>
        <p:spPr>
          <a:xfrm>
            <a:off x="8449322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Arbeitsplan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7D43390-3983-6CDC-8B4C-212C1353FD94}"/>
              </a:ext>
            </a:extLst>
          </p:cNvPr>
          <p:cNvSpPr/>
          <p:nvPr/>
        </p:nvSpPr>
        <p:spPr>
          <a:xfrm>
            <a:off x="8449322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5" name="Rechteck: gefaltete Ecke 24">
            <a:extLst>
              <a:ext uri="{FF2B5EF4-FFF2-40B4-BE49-F238E27FC236}">
                <a16:creationId xmlns:a16="http://schemas.microsoft.com/office/drawing/2014/main" id="{4FC30107-A148-5557-2BE4-4DEEFDA00BE7}"/>
              </a:ext>
            </a:extLst>
          </p:cNvPr>
          <p:cNvSpPr/>
          <p:nvPr/>
        </p:nvSpPr>
        <p:spPr>
          <a:xfrm>
            <a:off x="5282214" y="4685874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26" name="Rechteck: gefaltete Ecke 25">
            <a:extLst>
              <a:ext uri="{FF2B5EF4-FFF2-40B4-BE49-F238E27FC236}">
                <a16:creationId xmlns:a16="http://schemas.microsoft.com/office/drawing/2014/main" id="{08B6E562-9F0C-FAAB-BFF1-097F08E4B675}"/>
              </a:ext>
            </a:extLst>
          </p:cNvPr>
          <p:cNvSpPr/>
          <p:nvPr/>
        </p:nvSpPr>
        <p:spPr>
          <a:xfrm>
            <a:off x="7617869" y="2197198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4C241A17-48EA-1E0B-D45E-E3CC56925790}"/>
              </a:ext>
            </a:extLst>
          </p:cNvPr>
          <p:cNvSpPr/>
          <p:nvPr/>
        </p:nvSpPr>
        <p:spPr>
          <a:xfrm>
            <a:off x="10749708" y="2197198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286746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01F1-C45A-CE76-0F38-A275EDD1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F764667-AC4C-5EAC-B7F6-758E65A5BB32}"/>
              </a:ext>
            </a:extLst>
          </p:cNvPr>
          <p:cNvSpPr/>
          <p:nvPr/>
        </p:nvSpPr>
        <p:spPr>
          <a:xfrm>
            <a:off x="758952" y="2950316"/>
            <a:ext cx="4993778" cy="19324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Hausnorm EJOT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8C1222-2B0A-6083-2648-8337D09D797F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4995286-A470-C6FE-9F50-8AF2BCFD044D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Claas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C5879A-B1AD-BF77-227E-05B41E14128F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Halbzeug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9BFC253-F139-898F-C589-C16F5EDA1B48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EJOT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CADC497-237B-5B06-E03B-4126179CA1D6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Menge Halbzeug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206C13C-8F1C-5DD2-4AD8-29509B74DE5C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EJOT + Menge Produkt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C9B9024-D72E-F12F-683D-B1CD317A23DB}"/>
              </a:ext>
            </a:extLst>
          </p:cNvPr>
          <p:cNvSpPr/>
          <p:nvPr/>
        </p:nvSpPr>
        <p:spPr>
          <a:xfrm>
            <a:off x="998650" y="345804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Chem. Werte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6C43306-9CDC-C1D5-8A96-FFF47D2B66C3}"/>
              </a:ext>
            </a:extLst>
          </p:cNvPr>
          <p:cNvSpPr/>
          <p:nvPr/>
        </p:nvSpPr>
        <p:spPr>
          <a:xfrm>
            <a:off x="998650" y="404323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Mech. Werte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D325ACC-4399-0A65-8F2B-F90D685F35EE}"/>
              </a:ext>
            </a:extLst>
          </p:cNvPr>
          <p:cNvSpPr/>
          <p:nvPr/>
        </p:nvSpPr>
        <p:spPr>
          <a:xfrm>
            <a:off x="3266924" y="3458045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B519E1C-C0CB-BDF1-4681-EB82B0CD12A4}"/>
              </a:ext>
            </a:extLst>
          </p:cNvPr>
          <p:cNvSpPr/>
          <p:nvPr/>
        </p:nvSpPr>
        <p:spPr>
          <a:xfrm>
            <a:off x="3266924" y="4030685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64D5EE3-1D11-3CD4-4954-D93F68808AB7}"/>
              </a:ext>
            </a:extLst>
          </p:cNvPr>
          <p:cNvSpPr/>
          <p:nvPr/>
        </p:nvSpPr>
        <p:spPr>
          <a:xfrm>
            <a:off x="5465596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Stückliste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9214C00-1E53-6428-AE32-925C49B793DD}"/>
              </a:ext>
            </a:extLst>
          </p:cNvPr>
          <p:cNvSpPr/>
          <p:nvPr/>
        </p:nvSpPr>
        <p:spPr>
          <a:xfrm>
            <a:off x="5465596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D8B5C99-B1F3-587F-CE18-AAD4967E7C52}"/>
              </a:ext>
            </a:extLst>
          </p:cNvPr>
          <p:cNvSpPr/>
          <p:nvPr/>
        </p:nvSpPr>
        <p:spPr>
          <a:xfrm>
            <a:off x="8449322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Arbeitsplan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3598D70-D255-7694-DDB3-3D09F4F50F61}"/>
              </a:ext>
            </a:extLst>
          </p:cNvPr>
          <p:cNvSpPr/>
          <p:nvPr/>
        </p:nvSpPr>
        <p:spPr>
          <a:xfrm>
            <a:off x="8449322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226AD78-A811-04DF-FDD4-65C8F24B6367}"/>
              </a:ext>
            </a:extLst>
          </p:cNvPr>
          <p:cNvSpPr/>
          <p:nvPr/>
        </p:nvSpPr>
        <p:spPr>
          <a:xfrm>
            <a:off x="6121893" y="2950316"/>
            <a:ext cx="4993778" cy="19324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Hausnorm Claas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59CC6DB-0D7D-6AAA-0379-683E3840D6BD}"/>
              </a:ext>
            </a:extLst>
          </p:cNvPr>
          <p:cNvSpPr/>
          <p:nvPr/>
        </p:nvSpPr>
        <p:spPr>
          <a:xfrm>
            <a:off x="6361591" y="345804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Chem. Werte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5CABE9-39F8-4263-3F4A-26E0AE4C012B}"/>
              </a:ext>
            </a:extLst>
          </p:cNvPr>
          <p:cNvSpPr/>
          <p:nvPr/>
        </p:nvSpPr>
        <p:spPr>
          <a:xfrm>
            <a:off x="6361591" y="404323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Mech. Werte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B9CE952-D4D3-F1A5-F409-B05B7F686A17}"/>
              </a:ext>
            </a:extLst>
          </p:cNvPr>
          <p:cNvSpPr/>
          <p:nvPr/>
        </p:nvSpPr>
        <p:spPr>
          <a:xfrm>
            <a:off x="8629865" y="3458045"/>
            <a:ext cx="2015290" cy="44237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D271BFE-3CC0-919D-8CF6-A30C40DD6D2D}"/>
              </a:ext>
            </a:extLst>
          </p:cNvPr>
          <p:cNvSpPr/>
          <p:nvPr/>
        </p:nvSpPr>
        <p:spPr>
          <a:xfrm>
            <a:off x="8629865" y="4030685"/>
            <a:ext cx="2015290" cy="44237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1259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55EB-A0EC-C940-F65C-172FD039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816AD17-7C7F-D120-8F91-0E7DFADA8CCD}"/>
              </a:ext>
            </a:extLst>
          </p:cNvPr>
          <p:cNvSpPr/>
          <p:nvPr/>
        </p:nvSpPr>
        <p:spPr>
          <a:xfrm>
            <a:off x="758952" y="2950316"/>
            <a:ext cx="4993778" cy="19324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Hausnorm Claas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8186FCD-15B4-4328-1067-C6603E493E8E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16594D7-CDEF-4CBE-35DE-5302EF55C58C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DEW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66F345-7E27-C4F6-F942-655C42A2B23D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Halbzeug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3410B72-C2FF-6608-D5C0-6960CFCB89C0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Claas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7BBA4ED-73BA-C02D-57A7-2648E47125C9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Menge Halbzeug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9C5E940-7B04-523F-6369-679B9B5857C7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Claas + Menge Halbzeug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6298E80-7900-BD35-3DAA-78EE1D086A90}"/>
              </a:ext>
            </a:extLst>
          </p:cNvPr>
          <p:cNvSpPr/>
          <p:nvPr/>
        </p:nvSpPr>
        <p:spPr>
          <a:xfrm>
            <a:off x="998650" y="345804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Chem. Werte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D79FA98-C723-3B52-9097-E9878ADD0C5B}"/>
              </a:ext>
            </a:extLst>
          </p:cNvPr>
          <p:cNvSpPr/>
          <p:nvPr/>
        </p:nvSpPr>
        <p:spPr>
          <a:xfrm>
            <a:off x="998650" y="404323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Mech. Werte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24027C6-F47E-E756-E054-45665F6E4100}"/>
              </a:ext>
            </a:extLst>
          </p:cNvPr>
          <p:cNvSpPr/>
          <p:nvPr/>
        </p:nvSpPr>
        <p:spPr>
          <a:xfrm>
            <a:off x="3266924" y="3458045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6757355-5F56-5AEA-3E5B-94B83F123117}"/>
              </a:ext>
            </a:extLst>
          </p:cNvPr>
          <p:cNvSpPr/>
          <p:nvPr/>
        </p:nvSpPr>
        <p:spPr>
          <a:xfrm>
            <a:off x="3266924" y="4030685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8EFB202-4D64-462B-1176-6C896627F0D3}"/>
              </a:ext>
            </a:extLst>
          </p:cNvPr>
          <p:cNvSpPr/>
          <p:nvPr/>
        </p:nvSpPr>
        <p:spPr>
          <a:xfrm>
            <a:off x="5465596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Stückliste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02783A8-698A-5FDB-DADE-B197F57CCD08}"/>
              </a:ext>
            </a:extLst>
          </p:cNvPr>
          <p:cNvSpPr/>
          <p:nvPr/>
        </p:nvSpPr>
        <p:spPr>
          <a:xfrm>
            <a:off x="5465596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E4A1552-B386-6053-68D3-BAC36A3BC013}"/>
              </a:ext>
            </a:extLst>
          </p:cNvPr>
          <p:cNvSpPr/>
          <p:nvPr/>
        </p:nvSpPr>
        <p:spPr>
          <a:xfrm>
            <a:off x="8449322" y="1379028"/>
            <a:ext cx="2666349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Upload Arbeitsplan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1864524-9E39-BA68-50F5-1FFE50F421E0}"/>
              </a:ext>
            </a:extLst>
          </p:cNvPr>
          <p:cNvSpPr/>
          <p:nvPr/>
        </p:nvSpPr>
        <p:spPr>
          <a:xfrm>
            <a:off x="8449322" y="1951668"/>
            <a:ext cx="2666349" cy="4423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5905D47-64CB-0432-765A-E1D69005D64E}"/>
              </a:ext>
            </a:extLst>
          </p:cNvPr>
          <p:cNvSpPr/>
          <p:nvPr/>
        </p:nvSpPr>
        <p:spPr>
          <a:xfrm>
            <a:off x="6121893" y="2950316"/>
            <a:ext cx="4993778" cy="19324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Schmelzkarte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FB6941A-11D7-197B-B206-BAFAF41C09FA}"/>
              </a:ext>
            </a:extLst>
          </p:cNvPr>
          <p:cNvSpPr/>
          <p:nvPr/>
        </p:nvSpPr>
        <p:spPr>
          <a:xfrm>
            <a:off x="6361591" y="345804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Chem. Werte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339993E-E40F-E558-99E9-F49BCD07FDFF}"/>
              </a:ext>
            </a:extLst>
          </p:cNvPr>
          <p:cNvSpPr/>
          <p:nvPr/>
        </p:nvSpPr>
        <p:spPr>
          <a:xfrm>
            <a:off x="6361591" y="4043231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Mech. Werte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B12263B-5C6D-9DA7-643C-A1DC1E2678E5}"/>
              </a:ext>
            </a:extLst>
          </p:cNvPr>
          <p:cNvSpPr/>
          <p:nvPr/>
        </p:nvSpPr>
        <p:spPr>
          <a:xfrm>
            <a:off x="8629865" y="3458045"/>
            <a:ext cx="2015290" cy="44237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823BB58-63AC-FE1B-DEC9-1C70609615A1}"/>
              </a:ext>
            </a:extLst>
          </p:cNvPr>
          <p:cNvSpPr/>
          <p:nvPr/>
        </p:nvSpPr>
        <p:spPr>
          <a:xfrm>
            <a:off x="8629865" y="4030685"/>
            <a:ext cx="2015290" cy="44237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18" name="Rechteck: gefaltete Ecke 17">
            <a:extLst>
              <a:ext uri="{FF2B5EF4-FFF2-40B4-BE49-F238E27FC236}">
                <a16:creationId xmlns:a16="http://schemas.microsoft.com/office/drawing/2014/main" id="{F6038E04-B108-17AF-F48A-A44D68FCE6C7}"/>
              </a:ext>
            </a:extLst>
          </p:cNvPr>
          <p:cNvSpPr/>
          <p:nvPr/>
        </p:nvSpPr>
        <p:spPr>
          <a:xfrm>
            <a:off x="6121893" y="481562"/>
            <a:ext cx="1592802" cy="810828"/>
          </a:xfrm>
          <a:prstGeom prst="foldedCorner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Schrottklassen + Menge Primärrohstoffe</a:t>
            </a:r>
          </a:p>
        </p:txBody>
      </p:sp>
      <p:sp>
        <p:nvSpPr>
          <p:cNvPr id="19" name="Rechteck: gefaltete Ecke 18">
            <a:extLst>
              <a:ext uri="{FF2B5EF4-FFF2-40B4-BE49-F238E27FC236}">
                <a16:creationId xmlns:a16="http://schemas.microsoft.com/office/drawing/2014/main" id="{0CD27735-DC6A-44FC-11C0-92CFFCF2650B}"/>
              </a:ext>
            </a:extLst>
          </p:cNvPr>
          <p:cNvSpPr/>
          <p:nvPr/>
        </p:nvSpPr>
        <p:spPr>
          <a:xfrm>
            <a:off x="10645155" y="4790898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26" name="Rechteck: gefaltete Ecke 25">
            <a:extLst>
              <a:ext uri="{FF2B5EF4-FFF2-40B4-BE49-F238E27FC236}">
                <a16:creationId xmlns:a16="http://schemas.microsoft.com/office/drawing/2014/main" id="{0C148E57-0080-E8BC-F01C-F37BFE001219}"/>
              </a:ext>
            </a:extLst>
          </p:cNvPr>
          <p:cNvSpPr/>
          <p:nvPr/>
        </p:nvSpPr>
        <p:spPr>
          <a:xfrm>
            <a:off x="7598393" y="2214287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E7ACCCF7-024E-2B0A-C498-B0EA173D228A}"/>
              </a:ext>
            </a:extLst>
          </p:cNvPr>
          <p:cNvSpPr/>
          <p:nvPr/>
        </p:nvSpPr>
        <p:spPr>
          <a:xfrm>
            <a:off x="10645155" y="2294651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2007519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3872-7CA6-9635-EC7B-1CD4554F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0FE1788-45AD-86CA-9A9D-410A2F00F123}"/>
              </a:ext>
            </a:extLst>
          </p:cNvPr>
          <p:cNvSpPr/>
          <p:nvPr/>
        </p:nvSpPr>
        <p:spPr>
          <a:xfrm>
            <a:off x="505968" y="356616"/>
            <a:ext cx="10927080" cy="632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EA5BD7-FF16-1B25-B96E-4EBCC993E25B}"/>
              </a:ext>
            </a:extLst>
          </p:cNvPr>
          <p:cNvSpPr/>
          <p:nvPr/>
        </p:nvSpPr>
        <p:spPr>
          <a:xfrm>
            <a:off x="505968" y="356616"/>
            <a:ext cx="2015290" cy="4423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DHI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4E174FE-240D-662C-ED0F-E7117339F7E3}"/>
              </a:ext>
            </a:extLst>
          </p:cNvPr>
          <p:cNvSpPr/>
          <p:nvPr/>
        </p:nvSpPr>
        <p:spPr>
          <a:xfrm>
            <a:off x="758952" y="1379028"/>
            <a:ext cx="2015290" cy="4423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Rohmaterial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412F85-DA7C-2A17-70B6-3FEE61336352}"/>
              </a:ext>
            </a:extLst>
          </p:cNvPr>
          <p:cNvSpPr/>
          <p:nvPr/>
        </p:nvSpPr>
        <p:spPr>
          <a:xfrm>
            <a:off x="758952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733608-3629-F235-3AEF-32763AD39B6F}"/>
              </a:ext>
            </a:extLst>
          </p:cNvPr>
          <p:cNvSpPr/>
          <p:nvPr/>
        </p:nvSpPr>
        <p:spPr>
          <a:xfrm>
            <a:off x="3027226" y="195166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19" name="Rechteck: gefaltete Ecke 18">
            <a:extLst>
              <a:ext uri="{FF2B5EF4-FFF2-40B4-BE49-F238E27FC236}">
                <a16:creationId xmlns:a16="http://schemas.microsoft.com/office/drawing/2014/main" id="{48648D1F-6160-B07C-8E07-4676951E45BF}"/>
              </a:ext>
            </a:extLst>
          </p:cNvPr>
          <p:cNvSpPr/>
          <p:nvPr/>
        </p:nvSpPr>
        <p:spPr>
          <a:xfrm>
            <a:off x="2335538" y="467304"/>
            <a:ext cx="1592802" cy="560212"/>
          </a:xfrm>
          <a:prstGeom prst="foldedCorner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+ Rohstofflieferant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7E44308-C8F9-A0E4-E12B-B6E318852410}"/>
              </a:ext>
            </a:extLst>
          </p:cNvPr>
          <p:cNvSpPr/>
          <p:nvPr/>
        </p:nvSpPr>
        <p:spPr>
          <a:xfrm>
            <a:off x="3027226" y="1379028"/>
            <a:ext cx="2015290" cy="4423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Bedarfsmenge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47A7451-9DE0-7B7A-F4CA-E826475762DC}"/>
              </a:ext>
            </a:extLst>
          </p:cNvPr>
          <p:cNvSpPr/>
          <p:nvPr/>
        </p:nvSpPr>
        <p:spPr>
          <a:xfrm>
            <a:off x="5295500" y="1379028"/>
            <a:ext cx="2015290" cy="4423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Verfügbare Menge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D97BB8B-14E1-C6FE-2AC6-D09E7B1E23C7}"/>
              </a:ext>
            </a:extLst>
          </p:cNvPr>
          <p:cNvSpPr/>
          <p:nvPr/>
        </p:nvSpPr>
        <p:spPr>
          <a:xfrm>
            <a:off x="7563774" y="1379028"/>
            <a:ext cx="2015290" cy="4423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Fehlmenge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C40032B-81C8-4025-EA5F-E2B22F5C4B26}"/>
              </a:ext>
            </a:extLst>
          </p:cNvPr>
          <p:cNvSpPr/>
          <p:nvPr/>
        </p:nvSpPr>
        <p:spPr>
          <a:xfrm>
            <a:off x="758952" y="252430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2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B611092-7466-54A2-266C-956ECF874956}"/>
              </a:ext>
            </a:extLst>
          </p:cNvPr>
          <p:cNvSpPr/>
          <p:nvPr/>
        </p:nvSpPr>
        <p:spPr>
          <a:xfrm>
            <a:off x="3027226" y="2524308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6B6FF43-10F6-8EFD-9C81-BB164170E9E9}"/>
              </a:ext>
            </a:extLst>
          </p:cNvPr>
          <p:cNvSpPr/>
          <p:nvPr/>
        </p:nvSpPr>
        <p:spPr>
          <a:xfrm>
            <a:off x="758952" y="307336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3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404FADC-6F2C-D8F1-0F6A-266614725D45}"/>
              </a:ext>
            </a:extLst>
          </p:cNvPr>
          <p:cNvSpPr/>
          <p:nvPr/>
        </p:nvSpPr>
        <p:spPr>
          <a:xfrm>
            <a:off x="3027226" y="3073365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0818952-1E17-3626-EE24-C150C63E30CB}"/>
              </a:ext>
            </a:extLst>
          </p:cNvPr>
          <p:cNvSpPr/>
          <p:nvPr/>
        </p:nvSpPr>
        <p:spPr>
          <a:xfrm>
            <a:off x="758952" y="3622422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4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13EE520-CB90-7D9C-6F42-A054AD223E6E}"/>
              </a:ext>
            </a:extLst>
          </p:cNvPr>
          <p:cNvSpPr/>
          <p:nvPr/>
        </p:nvSpPr>
        <p:spPr>
          <a:xfrm>
            <a:off x="3027226" y="3622422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FEBA049-8E91-0F39-12A1-59CEDA48C5E3}"/>
              </a:ext>
            </a:extLst>
          </p:cNvPr>
          <p:cNvSpPr/>
          <p:nvPr/>
        </p:nvSpPr>
        <p:spPr>
          <a:xfrm>
            <a:off x="758952" y="4171479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5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9DC6854-5204-5D6D-FC87-CCCAF3F76B31}"/>
              </a:ext>
            </a:extLst>
          </p:cNvPr>
          <p:cNvSpPr/>
          <p:nvPr/>
        </p:nvSpPr>
        <p:spPr>
          <a:xfrm>
            <a:off x="3027226" y="4171479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D21C821-AF21-27A9-72D6-764108B49F4E}"/>
              </a:ext>
            </a:extLst>
          </p:cNvPr>
          <p:cNvSpPr/>
          <p:nvPr/>
        </p:nvSpPr>
        <p:spPr>
          <a:xfrm>
            <a:off x="758952" y="4720536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Schrottklasse 6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6B780EB-6CD7-6B25-FD93-E69696D84834}"/>
              </a:ext>
            </a:extLst>
          </p:cNvPr>
          <p:cNvSpPr/>
          <p:nvPr/>
        </p:nvSpPr>
        <p:spPr>
          <a:xfrm>
            <a:off x="3027226" y="4720536"/>
            <a:ext cx="2015290" cy="442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= Stüli DEW + Menge Halbzeug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4795BEB-2276-E7A9-DC7D-1BF8D4FC0105}"/>
              </a:ext>
            </a:extLst>
          </p:cNvPr>
          <p:cNvSpPr/>
          <p:nvPr/>
        </p:nvSpPr>
        <p:spPr>
          <a:xfrm>
            <a:off x="5295500" y="1951668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0D6433D-F49F-7C24-EFF2-06FC3E2BCC78}"/>
              </a:ext>
            </a:extLst>
          </p:cNvPr>
          <p:cNvSpPr/>
          <p:nvPr/>
        </p:nvSpPr>
        <p:spPr>
          <a:xfrm>
            <a:off x="5295500" y="2524308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926C4D0-5B88-ED2E-39B1-56D16FD557DB}"/>
              </a:ext>
            </a:extLst>
          </p:cNvPr>
          <p:cNvSpPr/>
          <p:nvPr/>
        </p:nvSpPr>
        <p:spPr>
          <a:xfrm>
            <a:off x="5295500" y="3074905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DEFD095-6AEE-5E72-C983-D2A6AEB4DEB6}"/>
              </a:ext>
            </a:extLst>
          </p:cNvPr>
          <p:cNvSpPr/>
          <p:nvPr/>
        </p:nvSpPr>
        <p:spPr>
          <a:xfrm>
            <a:off x="5295500" y="3622422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060134F-43DF-AFF3-218F-D27FAB89E427}"/>
              </a:ext>
            </a:extLst>
          </p:cNvPr>
          <p:cNvSpPr/>
          <p:nvPr/>
        </p:nvSpPr>
        <p:spPr>
          <a:xfrm>
            <a:off x="5295500" y="4173019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45DD95B-BEA2-88C9-0D36-AC351F52ACD4}"/>
              </a:ext>
            </a:extLst>
          </p:cNvPr>
          <p:cNvSpPr/>
          <p:nvPr/>
        </p:nvSpPr>
        <p:spPr>
          <a:xfrm>
            <a:off x="5295500" y="4720536"/>
            <a:ext cx="2015290" cy="44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05181A1-535D-2E09-0570-45484BAD0B59}"/>
              </a:ext>
            </a:extLst>
          </p:cNvPr>
          <p:cNvSpPr/>
          <p:nvPr/>
        </p:nvSpPr>
        <p:spPr>
          <a:xfrm>
            <a:off x="7563774" y="195166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5D1CF66-8E40-6DC7-9FDF-7293E5690FC6}"/>
              </a:ext>
            </a:extLst>
          </p:cNvPr>
          <p:cNvSpPr/>
          <p:nvPr/>
        </p:nvSpPr>
        <p:spPr>
          <a:xfrm>
            <a:off x="7563774" y="2524308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3092809-F002-D6AA-1C6A-9F9834550626}"/>
              </a:ext>
            </a:extLst>
          </p:cNvPr>
          <p:cNvSpPr/>
          <p:nvPr/>
        </p:nvSpPr>
        <p:spPr>
          <a:xfrm>
            <a:off x="7563774" y="3073365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FE3A4485-B296-4B65-3376-4E22E7C8DE48}"/>
              </a:ext>
            </a:extLst>
          </p:cNvPr>
          <p:cNvSpPr/>
          <p:nvPr/>
        </p:nvSpPr>
        <p:spPr>
          <a:xfrm>
            <a:off x="7563774" y="3622422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F4F9247-8821-8FF7-E1DC-D8230F475370}"/>
              </a:ext>
            </a:extLst>
          </p:cNvPr>
          <p:cNvSpPr/>
          <p:nvPr/>
        </p:nvSpPr>
        <p:spPr>
          <a:xfrm>
            <a:off x="7563774" y="4171479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1D171C4-CDCA-2979-0B04-BB1AAE4D4DAD}"/>
              </a:ext>
            </a:extLst>
          </p:cNvPr>
          <p:cNvSpPr/>
          <p:nvPr/>
        </p:nvSpPr>
        <p:spPr>
          <a:xfrm>
            <a:off x="7563774" y="4720536"/>
            <a:ext cx="2015290" cy="442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Rechteck: gefaltete Ecke 48">
            <a:extLst>
              <a:ext uri="{FF2B5EF4-FFF2-40B4-BE49-F238E27FC236}">
                <a16:creationId xmlns:a16="http://schemas.microsoft.com/office/drawing/2014/main" id="{22C980A9-4172-12AE-3667-5178859C3214}"/>
              </a:ext>
            </a:extLst>
          </p:cNvPr>
          <p:cNvSpPr/>
          <p:nvPr/>
        </p:nvSpPr>
        <p:spPr>
          <a:xfrm>
            <a:off x="2304147" y="5072749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50" name="Rechteck: gefaltete Ecke 49">
            <a:extLst>
              <a:ext uri="{FF2B5EF4-FFF2-40B4-BE49-F238E27FC236}">
                <a16:creationId xmlns:a16="http://schemas.microsoft.com/office/drawing/2014/main" id="{D96FBFD3-A3AF-E546-9A25-855484FB500A}"/>
              </a:ext>
            </a:extLst>
          </p:cNvPr>
          <p:cNvSpPr/>
          <p:nvPr/>
        </p:nvSpPr>
        <p:spPr>
          <a:xfrm>
            <a:off x="6868597" y="5071209"/>
            <a:ext cx="596587" cy="393688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60855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8730F7-E5B5-5193-47F2-DE60D2CF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B05D89-1A26-9A93-893F-715F9E29E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Konsortialmeeting</a:t>
            </a:r>
          </a:p>
          <a:p>
            <a:r>
              <a:rPr lang="de-DE" dirty="0"/>
              <a:t>Projektbericht</a:t>
            </a:r>
          </a:p>
          <a:p>
            <a:r>
              <a:rPr lang="de-DE" dirty="0" err="1"/>
              <a:t>DataContract</a:t>
            </a:r>
            <a:endParaRPr lang="de-DE" dirty="0"/>
          </a:p>
          <a:p>
            <a:r>
              <a:rPr lang="de-DE" dirty="0"/>
              <a:t>DHI kontaktieren über DEW</a:t>
            </a:r>
          </a:p>
          <a:p>
            <a:r>
              <a:rPr lang="de-DE"/>
              <a:t>DEW-Projekt </a:t>
            </a:r>
            <a:r>
              <a:rPr lang="de-DE" dirty="0"/>
              <a:t>„Prozesse und Nachhaltigkeit“</a:t>
            </a:r>
          </a:p>
        </p:txBody>
      </p:sp>
    </p:spTree>
    <p:extLst>
      <p:ext uri="{BB962C8B-B14F-4D97-AF65-F5344CB8AC3E}">
        <p14:creationId xmlns:p14="http://schemas.microsoft.com/office/powerpoint/2010/main" val="87417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DBC19D-EE6C-9C0A-975A-F3CA7797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050312A-2DFD-B38E-FBDF-3429E58BEABF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3AF3104-076D-BA31-8203-601D589533B2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DHI | DEW | Claas | EJOT | </a:t>
            </a:r>
            <a:r>
              <a:rPr lang="de-DE" sz="1200" dirty="0" err="1">
                <a:solidFill>
                  <a:schemeClr val="tx1"/>
                </a:solidFill>
              </a:rPr>
              <a:t>Siebau</a:t>
            </a:r>
            <a:r>
              <a:rPr lang="de-DE" sz="1200" dirty="0">
                <a:solidFill>
                  <a:schemeClr val="tx1"/>
                </a:solidFill>
              </a:rPr>
              <a:t> | </a:t>
            </a:r>
            <a:r>
              <a:rPr lang="de-DE" sz="1200" b="1" dirty="0">
                <a:solidFill>
                  <a:schemeClr val="tx1"/>
                </a:solidFill>
                <a:highlight>
                  <a:srgbClr val="FF0000"/>
                </a:highlight>
              </a:rPr>
              <a:t>Endkunde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40B19BE-056B-A482-A0FC-6A4A73F8C810}"/>
              </a:ext>
            </a:extLst>
          </p:cNvPr>
          <p:cNvSpPr/>
          <p:nvPr/>
        </p:nvSpPr>
        <p:spPr>
          <a:xfrm>
            <a:off x="529770" y="2853533"/>
            <a:ext cx="2745931" cy="26814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Bedarf: </a:t>
            </a:r>
            <a:r>
              <a:rPr lang="de-DE" b="1" dirty="0">
                <a:solidFill>
                  <a:schemeClr val="tx1"/>
                </a:solidFill>
              </a:rPr>
              <a:t>Carport</a:t>
            </a:r>
          </a:p>
          <a:p>
            <a:r>
              <a:rPr lang="de-DE" dirty="0">
                <a:solidFill>
                  <a:schemeClr val="tx1"/>
                </a:solidFill>
              </a:rPr>
              <a:t>Ansprüche: Langlebig, Design, etc.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081D51A-74B4-E116-9980-A11588462CF6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3275701" y="4194249"/>
            <a:ext cx="12092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E89BCEC-71BE-28BB-AC6E-1A9B6B9F7522}"/>
              </a:ext>
            </a:extLst>
          </p:cNvPr>
          <p:cNvSpPr/>
          <p:nvPr/>
        </p:nvSpPr>
        <p:spPr>
          <a:xfrm>
            <a:off x="4484915" y="4020513"/>
            <a:ext cx="960896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 err="1">
                <a:solidFill>
                  <a:schemeClr val="tx1"/>
                </a:solidFill>
              </a:rPr>
              <a:t>Siebau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B7CAC295-A61C-94B1-C08F-40E71A8D2EDC}"/>
              </a:ext>
            </a:extLst>
          </p:cNvPr>
          <p:cNvSpPr/>
          <p:nvPr/>
        </p:nvSpPr>
        <p:spPr>
          <a:xfrm>
            <a:off x="995247" y="1594612"/>
            <a:ext cx="1814976" cy="8166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Schrottklassen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2CFA7B2-3DE6-C0F4-F427-7BDD70361DC7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2810223" y="2002916"/>
            <a:ext cx="16746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1ADF99FA-B28D-83F2-DBED-5A1F7E440922}"/>
              </a:ext>
            </a:extLst>
          </p:cNvPr>
          <p:cNvSpPr/>
          <p:nvPr/>
        </p:nvSpPr>
        <p:spPr>
          <a:xfrm>
            <a:off x="4484915" y="1829180"/>
            <a:ext cx="618308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DHI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82ABB40-7C06-20E0-0692-9C58C887CDEA}"/>
              </a:ext>
            </a:extLst>
          </p:cNvPr>
          <p:cNvSpPr/>
          <p:nvPr/>
        </p:nvSpPr>
        <p:spPr>
          <a:xfrm>
            <a:off x="3114908" y="1470255"/>
            <a:ext cx="1065321" cy="1065321"/>
          </a:xfrm>
          <a:prstGeom prst="ellipse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LMW</a:t>
            </a:r>
          </a:p>
        </p:txBody>
      </p:sp>
    </p:spTree>
    <p:extLst>
      <p:ext uri="{BB962C8B-B14F-4D97-AF65-F5344CB8AC3E}">
        <p14:creationId xmlns:p14="http://schemas.microsoft.com/office/powerpoint/2010/main" val="2213002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007659-E00C-C8CA-B5F3-806419FE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376CF8F-B956-0136-C738-87958AE81F95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C4560FB-E01F-75F0-680A-87FD290898BF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DHI | DEW | Claas | EJOT | </a:t>
            </a:r>
            <a:r>
              <a:rPr lang="de-DE" sz="1200" b="1" dirty="0" err="1">
                <a:solidFill>
                  <a:schemeClr val="tx1"/>
                </a:solidFill>
                <a:highlight>
                  <a:srgbClr val="FF0000"/>
                </a:highlight>
              </a:rPr>
              <a:t>Siebau</a:t>
            </a:r>
            <a:r>
              <a:rPr lang="de-DE" sz="1200" dirty="0">
                <a:solidFill>
                  <a:schemeClr val="tx1"/>
                </a:solidFill>
              </a:rPr>
              <a:t> | Endkunde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CF3791C-22F1-7237-041E-2EEDE436BBD7}"/>
              </a:ext>
            </a:extLst>
          </p:cNvPr>
          <p:cNvSpPr/>
          <p:nvPr/>
        </p:nvSpPr>
        <p:spPr>
          <a:xfrm>
            <a:off x="529770" y="2853533"/>
            <a:ext cx="2745931" cy="2681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Carport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19798A5-7AF0-ABAB-A8B7-B90A80688881}"/>
              </a:ext>
            </a:extLst>
          </p:cNvPr>
          <p:cNvSpPr/>
          <p:nvPr/>
        </p:nvSpPr>
        <p:spPr>
          <a:xfrm>
            <a:off x="3617076" y="2853534"/>
            <a:ext cx="3926724" cy="26814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CAD-Carport-Konfigurator:</a:t>
            </a:r>
          </a:p>
          <a:p>
            <a:r>
              <a:rPr lang="de-DE" dirty="0">
                <a:solidFill>
                  <a:schemeClr val="tx1"/>
                </a:solidFill>
              </a:rPr>
              <a:t>Bedarfsmengen: xx </a:t>
            </a:r>
            <a:r>
              <a:rPr lang="de-DE" dirty="0" err="1">
                <a:solidFill>
                  <a:schemeClr val="tx1"/>
                </a:solidFill>
              </a:rPr>
              <a:t>Stk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r>
              <a:rPr lang="de-DE" dirty="0">
                <a:solidFill>
                  <a:schemeClr val="tx1"/>
                </a:solidFill>
              </a:rPr>
              <a:t>Schraubenart: Sechskantschraube</a:t>
            </a:r>
          </a:p>
          <a:p>
            <a:r>
              <a:rPr lang="de-DE" dirty="0">
                <a:solidFill>
                  <a:schemeClr val="tx1"/>
                </a:solidFill>
              </a:rPr>
              <a:t>Abmessung: M8x30</a:t>
            </a:r>
          </a:p>
          <a:p>
            <a:r>
              <a:rPr lang="de-DE" dirty="0">
                <a:solidFill>
                  <a:schemeClr val="tx1"/>
                </a:solidFill>
              </a:rPr>
              <a:t>Material: 23MnB4</a:t>
            </a:r>
          </a:p>
          <a:p>
            <a:r>
              <a:rPr lang="de-DE" dirty="0">
                <a:solidFill>
                  <a:schemeClr val="tx1"/>
                </a:solidFill>
              </a:rPr>
              <a:t>Festigkeitsklasse: 8.8</a:t>
            </a:r>
          </a:p>
          <a:p>
            <a:r>
              <a:rPr lang="de-DE" dirty="0">
                <a:solidFill>
                  <a:schemeClr val="tx1"/>
                </a:solidFill>
              </a:rPr>
              <a:t>Sonstiges: Verzinkt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D6A3B71-7413-68D7-81D8-3E684AFBF86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275701" y="4194249"/>
            <a:ext cx="3413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30A9813-7DE0-E186-706C-1B28AA2578EF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7543800" y="4194249"/>
            <a:ext cx="192817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AC3F455-971D-450A-1930-D206DB9BD8F0}"/>
              </a:ext>
            </a:extLst>
          </p:cNvPr>
          <p:cNvSpPr/>
          <p:nvPr/>
        </p:nvSpPr>
        <p:spPr>
          <a:xfrm>
            <a:off x="9471972" y="4020513"/>
            <a:ext cx="746135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EJOT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8EBE1B0-8469-A0BB-6909-F0977C236412}"/>
              </a:ext>
            </a:extLst>
          </p:cNvPr>
          <p:cNvSpPr/>
          <p:nvPr/>
        </p:nvSpPr>
        <p:spPr>
          <a:xfrm>
            <a:off x="1239908" y="1712513"/>
            <a:ext cx="1325653" cy="349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Endkunde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0AC6FBF-1CEE-9714-FFDB-D2F1DC15FCA9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>
            <a:off x="1902735" y="2061713"/>
            <a:ext cx="1" cy="791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D601675-495B-4D58-ACE7-6681F30D7ECA}"/>
              </a:ext>
            </a:extLst>
          </p:cNvPr>
          <p:cNvCxnSpPr>
            <a:cxnSpLocks/>
            <a:stCxn id="5" idx="0"/>
            <a:endCxn id="20" idx="2"/>
          </p:cNvCxnSpPr>
          <p:nvPr/>
        </p:nvCxnSpPr>
        <p:spPr>
          <a:xfrm flipH="1" flipV="1">
            <a:off x="5580434" y="2514188"/>
            <a:ext cx="4" cy="3393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7FFD8E4-1C8B-1899-2A85-EC60BE5B4DC5}"/>
              </a:ext>
            </a:extLst>
          </p:cNvPr>
          <p:cNvSpPr/>
          <p:nvPr/>
        </p:nvSpPr>
        <p:spPr>
          <a:xfrm>
            <a:off x="4976930" y="2075888"/>
            <a:ext cx="1207007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Stückliste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A199C5B-5FF3-BCD2-1D72-A1AA0CF75368}"/>
              </a:ext>
            </a:extLst>
          </p:cNvPr>
          <p:cNvSpPr/>
          <p:nvPr/>
        </p:nvSpPr>
        <p:spPr>
          <a:xfrm>
            <a:off x="4877645" y="1394595"/>
            <a:ext cx="1405579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Arbeitsplan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F3D643B-F778-073F-FAA5-50F6E4337545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V="1">
            <a:off x="5580434" y="1832895"/>
            <a:ext cx="1" cy="242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7237E04-68DD-5520-3E52-46E15AE26EFB}"/>
              </a:ext>
            </a:extLst>
          </p:cNvPr>
          <p:cNvSpPr/>
          <p:nvPr/>
        </p:nvSpPr>
        <p:spPr>
          <a:xfrm>
            <a:off x="3779712" y="1394595"/>
            <a:ext cx="790287" cy="43830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FRED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B8502D0-A125-3F6F-27C4-E1396F942E54}"/>
              </a:ext>
            </a:extLst>
          </p:cNvPr>
          <p:cNvCxnSpPr>
            <a:cxnSpLocks/>
            <a:stCxn id="21" idx="1"/>
            <a:endCxn id="31" idx="3"/>
          </p:cNvCxnSpPr>
          <p:nvPr/>
        </p:nvCxnSpPr>
        <p:spPr>
          <a:xfrm flipH="1">
            <a:off x="4569999" y="1613745"/>
            <a:ext cx="307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42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5B7362-4060-082F-C85C-0A2CE0D8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0028EDB-90B9-9E9E-9D15-86D56FA2D5A7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F046014-CFD4-8DBF-E83C-DCD33D3BFF2D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DHI | DEW | Claas | </a:t>
            </a:r>
            <a:r>
              <a:rPr lang="de-DE" sz="1200" b="1" dirty="0">
                <a:solidFill>
                  <a:schemeClr val="tx1"/>
                </a:solidFill>
                <a:highlight>
                  <a:srgbClr val="FF0000"/>
                </a:highlight>
              </a:rPr>
              <a:t>EJOT</a:t>
            </a:r>
            <a:r>
              <a:rPr lang="de-DE" sz="1200" dirty="0">
                <a:solidFill>
                  <a:schemeClr val="tx1"/>
                </a:solidFill>
              </a:rPr>
              <a:t> | </a:t>
            </a:r>
            <a:r>
              <a:rPr lang="de-DE" sz="1200" dirty="0" err="1">
                <a:solidFill>
                  <a:schemeClr val="tx1"/>
                </a:solidFill>
              </a:rPr>
              <a:t>Siebau</a:t>
            </a:r>
            <a:r>
              <a:rPr lang="de-DE" sz="1200" dirty="0">
                <a:solidFill>
                  <a:schemeClr val="tx1"/>
                </a:solidFill>
              </a:rPr>
              <a:t> | Endkunde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21D9C83-DE88-F975-5827-40D79B4A6C18}"/>
              </a:ext>
            </a:extLst>
          </p:cNvPr>
          <p:cNvSpPr/>
          <p:nvPr/>
        </p:nvSpPr>
        <p:spPr>
          <a:xfrm>
            <a:off x="529769" y="2850486"/>
            <a:ext cx="2745931" cy="2681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Abmessung, Festigkeitsklasse, Korrosionsbeständig-</a:t>
            </a:r>
            <a:r>
              <a:rPr lang="de-DE" dirty="0" err="1">
                <a:solidFill>
                  <a:schemeClr val="tx1"/>
                </a:solidFill>
              </a:rPr>
              <a:t>keit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889837F-3F8B-1381-4DD7-B33550079949}"/>
              </a:ext>
            </a:extLst>
          </p:cNvPr>
          <p:cNvSpPr/>
          <p:nvPr/>
        </p:nvSpPr>
        <p:spPr>
          <a:xfrm>
            <a:off x="3617075" y="2850486"/>
            <a:ext cx="3506099" cy="26814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Werksnorm 23MnB4 Schraube</a:t>
            </a:r>
          </a:p>
          <a:p>
            <a:r>
              <a:rPr lang="de-DE" dirty="0">
                <a:solidFill>
                  <a:schemeClr val="tx1"/>
                </a:solidFill>
              </a:rPr>
              <a:t>C: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Mn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Si: xx %</a:t>
            </a:r>
          </a:p>
          <a:p>
            <a:r>
              <a:rPr lang="de-DE" dirty="0">
                <a:solidFill>
                  <a:schemeClr val="tx1"/>
                </a:solidFill>
              </a:rPr>
              <a:t>P: xx %</a:t>
            </a:r>
          </a:p>
          <a:p>
            <a:r>
              <a:rPr lang="de-DE" dirty="0">
                <a:solidFill>
                  <a:schemeClr val="tx1"/>
                </a:solidFill>
              </a:rPr>
              <a:t>S: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Cr</a:t>
            </a:r>
            <a:r>
              <a:rPr lang="de-DE" dirty="0">
                <a:solidFill>
                  <a:schemeClr val="tx1"/>
                </a:solidFill>
              </a:rPr>
              <a:t>: xx </a:t>
            </a:r>
          </a:p>
          <a:p>
            <a:r>
              <a:rPr lang="de-DE" dirty="0" err="1">
                <a:solidFill>
                  <a:schemeClr val="tx1"/>
                </a:solidFill>
              </a:rPr>
              <a:t>Cu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Inkl. Mechanische Kennwerte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77DA4C-CE30-34E9-DB5E-6EAAEB4AA98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275700" y="4191202"/>
            <a:ext cx="341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0FEF16A-BA35-E476-EBC5-EE949B400298}"/>
              </a:ext>
            </a:extLst>
          </p:cNvPr>
          <p:cNvSpPr/>
          <p:nvPr/>
        </p:nvSpPr>
        <p:spPr>
          <a:xfrm>
            <a:off x="2674071" y="2356105"/>
            <a:ext cx="1524275" cy="32513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Zuordnung zu der </a:t>
            </a:r>
            <a:r>
              <a:rPr lang="de-DE" sz="1400" dirty="0" err="1">
                <a:solidFill>
                  <a:schemeClr val="tx1"/>
                </a:solidFill>
              </a:rPr>
              <a:t>Hausnorm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DC6DA8C-54D7-21B9-3F61-90C5E4EAE9D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123174" y="4191202"/>
            <a:ext cx="1133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3906FF2-699C-C246-7D31-FE7061DB3B62}"/>
              </a:ext>
            </a:extLst>
          </p:cNvPr>
          <p:cNvSpPr/>
          <p:nvPr/>
        </p:nvSpPr>
        <p:spPr>
          <a:xfrm>
            <a:off x="8269848" y="4017465"/>
            <a:ext cx="837575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Claas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4E1E44E-D346-5A26-FE6C-9EEEAF7FCD53}"/>
              </a:ext>
            </a:extLst>
          </p:cNvPr>
          <p:cNvSpPr/>
          <p:nvPr/>
        </p:nvSpPr>
        <p:spPr>
          <a:xfrm>
            <a:off x="1426690" y="2181505"/>
            <a:ext cx="952088" cy="349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 err="1">
                <a:solidFill>
                  <a:schemeClr val="tx1"/>
                </a:solidFill>
              </a:rPr>
              <a:t>Siebau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E409A25-258B-6F08-0689-7FFBD2C38F45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>
            <a:off x="1902734" y="2530705"/>
            <a:ext cx="1" cy="319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1DC6727C-A757-A67B-D20A-01AD9C291908}"/>
              </a:ext>
            </a:extLst>
          </p:cNvPr>
          <p:cNvCxnSpPr>
            <a:cxnSpLocks/>
            <a:stCxn id="5" idx="0"/>
            <a:endCxn id="18" idx="2"/>
          </p:cNvCxnSpPr>
          <p:nvPr/>
        </p:nvCxnSpPr>
        <p:spPr>
          <a:xfrm flipH="1" flipV="1">
            <a:off x="5366004" y="2530705"/>
            <a:ext cx="4121" cy="319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770935B8-664B-4C99-F2C2-983A9C3F3E6F}"/>
              </a:ext>
            </a:extLst>
          </p:cNvPr>
          <p:cNvSpPr/>
          <p:nvPr/>
        </p:nvSpPr>
        <p:spPr>
          <a:xfrm>
            <a:off x="4762500" y="2092405"/>
            <a:ext cx="1207007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Stückliste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40D6D92-B08C-CF14-57A3-908D8F103E59}"/>
              </a:ext>
            </a:extLst>
          </p:cNvPr>
          <p:cNvSpPr/>
          <p:nvPr/>
        </p:nvSpPr>
        <p:spPr>
          <a:xfrm>
            <a:off x="4663213" y="1303160"/>
            <a:ext cx="1405579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Arbeitsplan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DEABA39-27D8-CA76-16DB-665F8CF196B1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5366003" y="1741460"/>
            <a:ext cx="1" cy="350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46C75132-B53D-A9FD-1322-24726C8B0257}"/>
              </a:ext>
            </a:extLst>
          </p:cNvPr>
          <p:cNvSpPr/>
          <p:nvPr/>
        </p:nvSpPr>
        <p:spPr>
          <a:xfrm>
            <a:off x="2837186" y="1204744"/>
            <a:ext cx="1524275" cy="631077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FRED/ EJOT-Rechner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A3C42C7-03D3-928E-6A72-5194DBB3E4D5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flipH="1" flipV="1">
            <a:off x="4361461" y="1520283"/>
            <a:ext cx="301752" cy="2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70A1C2-67FF-EC9D-B7EC-9BB74ED9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12FF1B3-B6F6-1DF4-C7A3-ED1100BD3822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805A192-A0A2-CA93-4B60-F003EA62A5AF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DHI | DEW | </a:t>
            </a:r>
            <a:r>
              <a:rPr lang="de-DE" sz="1200" b="1" dirty="0">
                <a:solidFill>
                  <a:schemeClr val="tx1"/>
                </a:solidFill>
                <a:highlight>
                  <a:srgbClr val="FF0000"/>
                </a:highlight>
              </a:rPr>
              <a:t>Claas</a:t>
            </a:r>
            <a:r>
              <a:rPr lang="de-DE" sz="1200" dirty="0">
                <a:solidFill>
                  <a:schemeClr val="tx1"/>
                </a:solidFill>
              </a:rPr>
              <a:t> | EJOT | </a:t>
            </a:r>
            <a:r>
              <a:rPr lang="de-DE" sz="1200" dirty="0" err="1">
                <a:solidFill>
                  <a:schemeClr val="tx1"/>
                </a:solidFill>
              </a:rPr>
              <a:t>Siebau</a:t>
            </a:r>
            <a:r>
              <a:rPr lang="de-DE" sz="1200" dirty="0">
                <a:solidFill>
                  <a:schemeClr val="tx1"/>
                </a:solidFill>
              </a:rPr>
              <a:t> | Endkunde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95AFBAB-E32C-DDCC-79DB-72EEB9577409}"/>
              </a:ext>
            </a:extLst>
          </p:cNvPr>
          <p:cNvSpPr/>
          <p:nvPr/>
        </p:nvSpPr>
        <p:spPr>
          <a:xfrm>
            <a:off x="529769" y="2835552"/>
            <a:ext cx="2745931" cy="2681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Werksnorm mit Anforderungen an chemische und mechanische Kennwerte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65EFF75-2FEF-A628-6B06-3DDF031BE97F}"/>
              </a:ext>
            </a:extLst>
          </p:cNvPr>
          <p:cNvSpPr/>
          <p:nvPr/>
        </p:nvSpPr>
        <p:spPr>
          <a:xfrm>
            <a:off x="3617076" y="2835552"/>
            <a:ext cx="3380232" cy="26814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Werksnorm 23MnB4 Draht</a:t>
            </a:r>
          </a:p>
          <a:p>
            <a:r>
              <a:rPr lang="de-DE" dirty="0">
                <a:solidFill>
                  <a:schemeClr val="tx1"/>
                </a:solidFill>
              </a:rPr>
              <a:t>C: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Mn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Si: xx %</a:t>
            </a:r>
          </a:p>
          <a:p>
            <a:r>
              <a:rPr lang="de-DE" dirty="0">
                <a:solidFill>
                  <a:schemeClr val="tx1"/>
                </a:solidFill>
              </a:rPr>
              <a:t>P: xx %</a:t>
            </a:r>
          </a:p>
          <a:p>
            <a:r>
              <a:rPr lang="de-DE" dirty="0">
                <a:solidFill>
                  <a:schemeClr val="tx1"/>
                </a:solidFill>
              </a:rPr>
              <a:t>S: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Cr</a:t>
            </a:r>
            <a:r>
              <a:rPr lang="de-DE" dirty="0">
                <a:solidFill>
                  <a:schemeClr val="tx1"/>
                </a:solidFill>
              </a:rPr>
              <a:t>: xx </a:t>
            </a:r>
          </a:p>
          <a:p>
            <a:r>
              <a:rPr lang="de-DE" dirty="0" err="1">
                <a:solidFill>
                  <a:schemeClr val="tx1"/>
                </a:solidFill>
              </a:rPr>
              <a:t>Cu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Inkl. Mechanische Kennwerte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F26B441-3857-DF17-9316-3E838514A93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275700" y="4176268"/>
            <a:ext cx="3413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8CC6AD5-B4F7-6BF1-7B32-C59E1E7089B4}"/>
              </a:ext>
            </a:extLst>
          </p:cNvPr>
          <p:cNvSpPr/>
          <p:nvPr/>
        </p:nvSpPr>
        <p:spPr>
          <a:xfrm>
            <a:off x="2674071" y="2341171"/>
            <a:ext cx="1524275" cy="32513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Zuordnung zu der </a:t>
            </a:r>
            <a:r>
              <a:rPr lang="de-DE" sz="1400" dirty="0" err="1">
                <a:solidFill>
                  <a:schemeClr val="tx1"/>
                </a:solidFill>
              </a:rPr>
              <a:t>Hausnorm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D97285A-A416-691F-2E2F-6D7807994797}"/>
              </a:ext>
            </a:extLst>
          </p:cNvPr>
          <p:cNvCxnSpPr>
            <a:cxnSpLocks/>
          </p:cNvCxnSpPr>
          <p:nvPr/>
        </p:nvCxnSpPr>
        <p:spPr>
          <a:xfrm>
            <a:off x="6997308" y="4176268"/>
            <a:ext cx="1259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FD144AF-5143-627E-C7A3-20F690E9242B}"/>
              </a:ext>
            </a:extLst>
          </p:cNvPr>
          <p:cNvSpPr/>
          <p:nvPr/>
        </p:nvSpPr>
        <p:spPr>
          <a:xfrm>
            <a:off x="8269848" y="4002531"/>
            <a:ext cx="736991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DEW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621FCF26-845C-97C0-F926-74505665CD59}"/>
              </a:ext>
            </a:extLst>
          </p:cNvPr>
          <p:cNvSpPr/>
          <p:nvPr/>
        </p:nvSpPr>
        <p:spPr>
          <a:xfrm>
            <a:off x="1534238" y="2240890"/>
            <a:ext cx="736991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EJOT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FF556D4-594B-AD18-78BD-A909A1951A50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1902734" y="2588362"/>
            <a:ext cx="1" cy="24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104D866-A83C-8ED2-5FD2-C4F2C93D06EB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5307192" y="2471320"/>
            <a:ext cx="0" cy="364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3C536DC-5437-2C34-195B-287057512AF0}"/>
              </a:ext>
            </a:extLst>
          </p:cNvPr>
          <p:cNvSpPr/>
          <p:nvPr/>
        </p:nvSpPr>
        <p:spPr>
          <a:xfrm>
            <a:off x="4703688" y="2033020"/>
            <a:ext cx="1207007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Stückliste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7D5929E1-BC7D-9434-A6F5-C34B242A4F0D}"/>
              </a:ext>
            </a:extLst>
          </p:cNvPr>
          <p:cNvSpPr/>
          <p:nvPr/>
        </p:nvSpPr>
        <p:spPr>
          <a:xfrm>
            <a:off x="4604401" y="1332609"/>
            <a:ext cx="1405579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Arbeitsplan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ECB63D3-61F5-5CF3-9899-B16796FB9C52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5307191" y="1770909"/>
            <a:ext cx="1" cy="262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B09EE7E-5861-186A-A934-186927F3F1AD}"/>
              </a:ext>
            </a:extLst>
          </p:cNvPr>
          <p:cNvSpPr/>
          <p:nvPr/>
        </p:nvSpPr>
        <p:spPr>
          <a:xfrm>
            <a:off x="3436208" y="1332609"/>
            <a:ext cx="790287" cy="43830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FRED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F8A9750-5F62-E00E-BEF6-A7CE7FDEE7D9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>
            <a:off x="4226495" y="1551759"/>
            <a:ext cx="3779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75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C10625-65C5-E30C-A13E-64B23CC6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72F8055-8A7D-7EE6-392F-6F379D39EEDE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2F7FE03-0A4A-63D4-ABF3-63CDBA76E1E7}"/>
              </a:ext>
            </a:extLst>
          </p:cNvPr>
          <p:cNvSpPr/>
          <p:nvPr/>
        </p:nvSpPr>
        <p:spPr>
          <a:xfrm>
            <a:off x="3617077" y="2820891"/>
            <a:ext cx="3380232" cy="26814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Schmelzkarte 23MnB4 </a:t>
            </a:r>
            <a:r>
              <a:rPr lang="de-DE" u="sng" dirty="0" err="1">
                <a:solidFill>
                  <a:schemeClr val="tx1"/>
                </a:solidFill>
              </a:rPr>
              <a:t>Prio</a:t>
            </a:r>
            <a:r>
              <a:rPr lang="de-DE" u="sng" dirty="0">
                <a:solidFill>
                  <a:schemeClr val="tx1"/>
                </a:solidFill>
              </a:rPr>
              <a:t> 1</a:t>
            </a:r>
          </a:p>
          <a:p>
            <a:r>
              <a:rPr lang="de-DE" dirty="0">
                <a:solidFill>
                  <a:schemeClr val="tx1"/>
                </a:solidFill>
              </a:rPr>
              <a:t>C: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Mn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Si: xx %</a:t>
            </a:r>
          </a:p>
          <a:p>
            <a:r>
              <a:rPr lang="de-DE" dirty="0">
                <a:solidFill>
                  <a:schemeClr val="tx1"/>
                </a:solidFill>
              </a:rPr>
              <a:t>P: xx %</a:t>
            </a:r>
          </a:p>
          <a:p>
            <a:r>
              <a:rPr lang="de-DE" dirty="0">
                <a:solidFill>
                  <a:schemeClr val="tx1"/>
                </a:solidFill>
              </a:rPr>
              <a:t>S: xx %</a:t>
            </a:r>
          </a:p>
          <a:p>
            <a:r>
              <a:rPr lang="de-DE" dirty="0" err="1">
                <a:solidFill>
                  <a:schemeClr val="tx1"/>
                </a:solidFill>
              </a:rPr>
              <a:t>Cr</a:t>
            </a:r>
            <a:r>
              <a:rPr lang="de-DE" dirty="0">
                <a:solidFill>
                  <a:schemeClr val="tx1"/>
                </a:solidFill>
              </a:rPr>
              <a:t>: xx </a:t>
            </a:r>
          </a:p>
          <a:p>
            <a:r>
              <a:rPr lang="de-DE" dirty="0" err="1">
                <a:solidFill>
                  <a:schemeClr val="tx1"/>
                </a:solidFill>
              </a:rPr>
              <a:t>Cu</a:t>
            </a:r>
            <a:r>
              <a:rPr lang="de-DE" dirty="0">
                <a:solidFill>
                  <a:schemeClr val="tx1"/>
                </a:solidFill>
              </a:rPr>
              <a:t>: xx %</a:t>
            </a:r>
          </a:p>
          <a:p>
            <a:r>
              <a:rPr lang="de-DE" dirty="0">
                <a:solidFill>
                  <a:schemeClr val="tx1"/>
                </a:solidFill>
              </a:rPr>
              <a:t>Inkl. Mechanische Kennwerte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6EA2A947-739F-48D6-1FA8-894D74AEFE0E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6997309" y="2931945"/>
            <a:ext cx="564780" cy="1229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57F0D6C-9D3B-7C0B-E572-5CC68980B59E}"/>
              </a:ext>
            </a:extLst>
          </p:cNvPr>
          <p:cNvSpPr/>
          <p:nvPr/>
        </p:nvSpPr>
        <p:spPr>
          <a:xfrm>
            <a:off x="7562089" y="1782087"/>
            <a:ext cx="3721608" cy="22997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Bedarfsmengen Schrottklassen: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1: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2: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3: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4: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5: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6: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126121-480D-85C8-C414-C6A74258C55E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9422893" y="1174854"/>
            <a:ext cx="0" cy="607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67DFEE9-F578-DFB3-0D97-4AF9234DBB4E}"/>
              </a:ext>
            </a:extLst>
          </p:cNvPr>
          <p:cNvSpPr/>
          <p:nvPr/>
        </p:nvSpPr>
        <p:spPr>
          <a:xfrm>
            <a:off x="9107425" y="827382"/>
            <a:ext cx="630935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DHI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AB333D-FA2C-3814-CB53-DA0C024348EF}"/>
              </a:ext>
            </a:extLst>
          </p:cNvPr>
          <p:cNvSpPr/>
          <p:nvPr/>
        </p:nvSpPr>
        <p:spPr>
          <a:xfrm>
            <a:off x="6685825" y="2931945"/>
            <a:ext cx="1524275" cy="201576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Umschlüsselung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EFB8239-2EC8-B7CB-9163-7E405BEAB88B}"/>
              </a:ext>
            </a:extLst>
          </p:cNvPr>
          <p:cNvSpPr/>
          <p:nvPr/>
        </p:nvSpPr>
        <p:spPr>
          <a:xfrm>
            <a:off x="7562089" y="4265038"/>
            <a:ext cx="3721608" cy="10464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Bedarfsmengen Primärrohstoffe:</a:t>
            </a:r>
          </a:p>
          <a:p>
            <a:r>
              <a:rPr lang="de-DE" dirty="0">
                <a:solidFill>
                  <a:schemeClr val="tx1"/>
                </a:solidFill>
              </a:rPr>
              <a:t>Legierungselemente etc.</a:t>
            </a:r>
          </a:p>
          <a:p>
            <a:endParaRPr lang="de-DE" u="sng" dirty="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EA93A96-1ED8-954A-70AE-9B8FDCE41D24}"/>
              </a:ext>
            </a:extLst>
          </p:cNvPr>
          <p:cNvCxnSpPr>
            <a:cxnSpLocks/>
            <a:stCxn id="2" idx="3"/>
            <a:endCxn id="20" idx="1"/>
          </p:cNvCxnSpPr>
          <p:nvPr/>
        </p:nvCxnSpPr>
        <p:spPr>
          <a:xfrm>
            <a:off x="6997309" y="4161607"/>
            <a:ext cx="564780" cy="626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50C8DBE-1A16-871B-AD41-56C88BFDAFE4}"/>
              </a:ext>
            </a:extLst>
          </p:cNvPr>
          <p:cNvSpPr/>
          <p:nvPr/>
        </p:nvSpPr>
        <p:spPr>
          <a:xfrm>
            <a:off x="9107425" y="5918160"/>
            <a:ext cx="630935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???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04E4398-4434-A677-9D62-5E2235D0E636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>
            <a:off x="9422893" y="5311466"/>
            <a:ext cx="0" cy="606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DA881E66-9DCE-24B2-5565-CC5B0993A9FA}"/>
              </a:ext>
            </a:extLst>
          </p:cNvPr>
          <p:cNvSpPr/>
          <p:nvPr/>
        </p:nvSpPr>
        <p:spPr>
          <a:xfrm>
            <a:off x="529770" y="2820891"/>
            <a:ext cx="2745931" cy="2681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Werksnorm mit Anforderungen an chemische und mechanische Kennwerte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D17E28E1-2C44-12BE-790B-DF6D096FDB99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DHI | 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DEW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 Claas | EJOT |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Siebau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| Endkunde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B3766F0-A2B8-84DF-3F9A-8AF51B0A8FDE}"/>
              </a:ext>
            </a:extLst>
          </p:cNvPr>
          <p:cNvCxnSpPr>
            <a:cxnSpLocks/>
            <a:stCxn id="43" idx="3"/>
            <a:endCxn id="2" idx="1"/>
          </p:cNvCxnSpPr>
          <p:nvPr/>
        </p:nvCxnSpPr>
        <p:spPr>
          <a:xfrm>
            <a:off x="3275701" y="4161607"/>
            <a:ext cx="3413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9EAA21A6-2C15-D8F9-02CA-EC82D2DFB5EB}"/>
              </a:ext>
            </a:extLst>
          </p:cNvPr>
          <p:cNvSpPr/>
          <p:nvPr/>
        </p:nvSpPr>
        <p:spPr>
          <a:xfrm>
            <a:off x="2674072" y="2326510"/>
            <a:ext cx="1524275" cy="32513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Zuordnung zu einer Schmelzkarte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6F7CA4FE-D5F5-0C75-EF93-440B7A1D5680}"/>
              </a:ext>
            </a:extLst>
          </p:cNvPr>
          <p:cNvSpPr/>
          <p:nvPr/>
        </p:nvSpPr>
        <p:spPr>
          <a:xfrm>
            <a:off x="1480216" y="2151910"/>
            <a:ext cx="845037" cy="349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Claas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4A2098B-5EBC-10FB-57D7-74DBE5C514B9}"/>
              </a:ext>
            </a:extLst>
          </p:cNvPr>
          <p:cNvCxnSpPr>
            <a:cxnSpLocks/>
            <a:stCxn id="51" idx="2"/>
            <a:endCxn id="43" idx="0"/>
          </p:cNvCxnSpPr>
          <p:nvPr/>
        </p:nvCxnSpPr>
        <p:spPr>
          <a:xfrm>
            <a:off x="1902735" y="2501110"/>
            <a:ext cx="1" cy="319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B937473B-4941-398F-BB2D-D2751C78DC8F}"/>
              </a:ext>
            </a:extLst>
          </p:cNvPr>
          <p:cNvCxnSpPr>
            <a:cxnSpLocks/>
            <a:stCxn id="2" idx="0"/>
            <a:endCxn id="61" idx="2"/>
          </p:cNvCxnSpPr>
          <p:nvPr/>
        </p:nvCxnSpPr>
        <p:spPr>
          <a:xfrm flipH="1" flipV="1">
            <a:off x="5307192" y="2471320"/>
            <a:ext cx="1" cy="349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2BC706BB-F22E-45FD-3915-6900CBCB2AB2}"/>
              </a:ext>
            </a:extLst>
          </p:cNvPr>
          <p:cNvSpPr/>
          <p:nvPr/>
        </p:nvSpPr>
        <p:spPr>
          <a:xfrm>
            <a:off x="4703688" y="2033020"/>
            <a:ext cx="1207007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Stückliste</a:t>
            </a: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1B1B2141-4AD7-2456-FDF7-2829CC009F8D}"/>
              </a:ext>
            </a:extLst>
          </p:cNvPr>
          <p:cNvSpPr/>
          <p:nvPr/>
        </p:nvSpPr>
        <p:spPr>
          <a:xfrm>
            <a:off x="4604401" y="1332609"/>
            <a:ext cx="1405579" cy="43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Arbeitsplan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39E55FFB-9C2A-C475-9359-2C5E81A58975}"/>
              </a:ext>
            </a:extLst>
          </p:cNvPr>
          <p:cNvCxnSpPr>
            <a:cxnSpLocks/>
            <a:stCxn id="61" idx="0"/>
            <a:endCxn id="62" idx="2"/>
          </p:cNvCxnSpPr>
          <p:nvPr/>
        </p:nvCxnSpPr>
        <p:spPr>
          <a:xfrm flipH="1" flipV="1">
            <a:off x="5307191" y="1770909"/>
            <a:ext cx="1" cy="262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hteck: abgerundete Ecken 63">
            <a:extLst>
              <a:ext uri="{FF2B5EF4-FFF2-40B4-BE49-F238E27FC236}">
                <a16:creationId xmlns:a16="http://schemas.microsoft.com/office/drawing/2014/main" id="{A30658AB-0C5B-90D6-9759-AD9E3ACE7555}"/>
              </a:ext>
            </a:extLst>
          </p:cNvPr>
          <p:cNvSpPr/>
          <p:nvPr/>
        </p:nvSpPr>
        <p:spPr>
          <a:xfrm>
            <a:off x="3436208" y="1332609"/>
            <a:ext cx="790287" cy="43830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FRED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E7785A21-A7DA-9744-562F-F5E5A2489FC0}"/>
              </a:ext>
            </a:extLst>
          </p:cNvPr>
          <p:cNvCxnSpPr>
            <a:cxnSpLocks/>
            <a:stCxn id="62" idx="1"/>
            <a:endCxn id="64" idx="3"/>
          </p:cNvCxnSpPr>
          <p:nvPr/>
        </p:nvCxnSpPr>
        <p:spPr>
          <a:xfrm flipH="1">
            <a:off x="4226495" y="1551759"/>
            <a:ext cx="3779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3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0BB572-513A-0D32-FA64-1A05A415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E0AD031-183E-2625-526E-08ED67B30CFD}"/>
              </a:ext>
            </a:extLst>
          </p:cNvPr>
          <p:cNvSpPr/>
          <p:nvPr/>
        </p:nvSpPr>
        <p:spPr>
          <a:xfrm>
            <a:off x="505968" y="356616"/>
            <a:ext cx="10927080" cy="6144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6BD46B1-6544-47F8-D35E-51FACB813C7B}"/>
              </a:ext>
            </a:extLst>
          </p:cNvPr>
          <p:cNvSpPr/>
          <p:nvPr/>
        </p:nvSpPr>
        <p:spPr>
          <a:xfrm>
            <a:off x="529769" y="435882"/>
            <a:ext cx="6828705" cy="3660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Menü: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tx1"/>
                </a:solidFill>
              </a:rPr>
              <a:t>Gesamtübersicht | 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DHI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| DEW | Claas | EJOT |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Siebau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| Endkunde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56D1BED-B4D2-0CC8-7FC0-81CCDCE33AAE}"/>
              </a:ext>
            </a:extLst>
          </p:cNvPr>
          <p:cNvSpPr/>
          <p:nvPr/>
        </p:nvSpPr>
        <p:spPr>
          <a:xfrm>
            <a:off x="529770" y="1471049"/>
            <a:ext cx="2596607" cy="11241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Kundenanforderungen:</a:t>
            </a:r>
          </a:p>
          <a:p>
            <a:r>
              <a:rPr lang="de-DE" dirty="0">
                <a:solidFill>
                  <a:schemeClr val="tx1"/>
                </a:solidFill>
              </a:rPr>
              <a:t>Bestellung von Schrott-klassen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894A2EE-4A58-EBA7-6AA9-DD73D81A02FC}"/>
              </a:ext>
            </a:extLst>
          </p:cNvPr>
          <p:cNvSpPr/>
          <p:nvPr/>
        </p:nvSpPr>
        <p:spPr>
          <a:xfrm>
            <a:off x="1464110" y="881193"/>
            <a:ext cx="727925" cy="349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DEW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690559D-A7FA-F695-EF0B-3AD6FD6956D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1828073" y="1230393"/>
            <a:ext cx="1" cy="2406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985E931-7BAA-87C5-7777-5790F885572D}"/>
              </a:ext>
            </a:extLst>
          </p:cNvPr>
          <p:cNvSpPr/>
          <p:nvPr/>
        </p:nvSpPr>
        <p:spPr>
          <a:xfrm>
            <a:off x="3348841" y="1012207"/>
            <a:ext cx="3281720" cy="204179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Soll-Bestand Schrottklassen: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1: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2: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3: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4: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5: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6: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8D97671-D86A-9FDF-1D5E-151DF467F0F0}"/>
              </a:ext>
            </a:extLst>
          </p:cNvPr>
          <p:cNvSpPr/>
          <p:nvPr/>
        </p:nvSpPr>
        <p:spPr>
          <a:xfrm>
            <a:off x="3348841" y="3482044"/>
            <a:ext cx="3281720" cy="204179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Ist-Bestand Schrottklassen: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1: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2: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3: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4: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5: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  <a:p>
            <a:r>
              <a:rPr lang="de-DE" dirty="0">
                <a:solidFill>
                  <a:schemeClr val="tx1"/>
                </a:solidFill>
              </a:rPr>
              <a:t>Schrottklasse 6: </a:t>
            </a:r>
            <a:r>
              <a:rPr lang="de-DE" dirty="0" err="1">
                <a:solidFill>
                  <a:schemeClr val="tx1"/>
                </a:solidFill>
              </a:rPr>
              <a:t>xxxx</a:t>
            </a:r>
            <a:r>
              <a:rPr lang="de-DE" dirty="0">
                <a:solidFill>
                  <a:schemeClr val="tx1"/>
                </a:solidFill>
              </a:rPr>
              <a:t> t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D0B5F8A-6B88-398D-AB5A-181DD0BB0547}"/>
              </a:ext>
            </a:extLst>
          </p:cNvPr>
          <p:cNvSpPr/>
          <p:nvPr/>
        </p:nvSpPr>
        <p:spPr>
          <a:xfrm>
            <a:off x="4803233" y="3163775"/>
            <a:ext cx="372937" cy="2159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4000" b="1" dirty="0">
                <a:solidFill>
                  <a:schemeClr val="tx1"/>
                </a:solidFill>
              </a:rPr>
              <a:t>≠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891A861-6C95-D4B4-6E79-7A144ADDC5ED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3126377" y="2033102"/>
            <a:ext cx="2224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2D47FF6-6653-1EBA-D012-83467049CC9E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>
            <a:off x="6630561" y="2033102"/>
            <a:ext cx="385271" cy="1235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7FE4BF38-149B-60F1-F318-DAFCD5AAA16E}"/>
              </a:ext>
            </a:extLst>
          </p:cNvPr>
          <p:cNvSpPr/>
          <p:nvPr/>
        </p:nvSpPr>
        <p:spPr>
          <a:xfrm>
            <a:off x="7015832" y="2678527"/>
            <a:ext cx="1980122" cy="11793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u="sng" dirty="0">
                <a:solidFill>
                  <a:schemeClr val="tx1"/>
                </a:solidFill>
              </a:rPr>
              <a:t>Soll-Ist-Abgleich</a:t>
            </a:r>
          </a:p>
          <a:p>
            <a:r>
              <a:rPr lang="de-DE" dirty="0">
                <a:solidFill>
                  <a:schemeClr val="tx1"/>
                </a:solidFill>
              </a:rPr>
              <a:t>Bedarfsmengen an Schrotten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03752072-3BCB-7E38-0F0D-8D13DE175816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 flipV="1">
            <a:off x="6630561" y="3268212"/>
            <a:ext cx="385271" cy="12347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AF6818A-B8A5-95D3-91B0-12E0E018D6BE}"/>
              </a:ext>
            </a:extLst>
          </p:cNvPr>
          <p:cNvCxnSpPr>
            <a:cxnSpLocks/>
            <a:stCxn id="32" idx="3"/>
            <a:endCxn id="42" idx="1"/>
          </p:cNvCxnSpPr>
          <p:nvPr/>
        </p:nvCxnSpPr>
        <p:spPr>
          <a:xfrm flipV="1">
            <a:off x="8995954" y="3263109"/>
            <a:ext cx="5784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51A4403-33F6-1178-958F-4531CC8F7004}"/>
              </a:ext>
            </a:extLst>
          </p:cNvPr>
          <p:cNvSpPr/>
          <p:nvPr/>
        </p:nvSpPr>
        <p:spPr>
          <a:xfrm>
            <a:off x="9574420" y="3088509"/>
            <a:ext cx="1280161" cy="349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Endkunde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78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Breitbild</PresentationFormat>
  <Paragraphs>275</Paragraphs>
  <Slides>17</Slides>
  <Notes>0</Notes>
  <HiddenSlides>7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</vt:lpstr>
      <vt:lpstr>ProSa</vt:lpstr>
      <vt:lpstr>Konfiguration Supply Chain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ToDo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Boecking</dc:creator>
  <cp:lastModifiedBy>Sven Hoffmann</cp:lastModifiedBy>
  <cp:revision>4</cp:revision>
  <dcterms:created xsi:type="dcterms:W3CDTF">2025-10-22T08:26:49Z</dcterms:created>
  <dcterms:modified xsi:type="dcterms:W3CDTF">2025-11-10T15:54:24Z</dcterms:modified>
</cp:coreProperties>
</file>